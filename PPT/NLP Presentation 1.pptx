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1.xml"/>
  <Override ContentType="application/vnd.openxmlformats-officedocument.presentationml.notesSlide+xml" PartName="/ppt/notesSlides/notesSlide2.xml"/>
  <Override ContentType="application/vnd.openxmlformats-officedocument.presentationml.slide+xml" PartName="/ppt/slides/slide2.xml"/>
  <Override ContentType="application/vnd.openxmlformats-officedocument.presentationml.notesSlide+xml" PartName="/ppt/notesSlides/notesSlide3.xml"/>
  <Override ContentType="application/vnd.openxmlformats-officedocument.presentationml.slide+xml" PartName="/ppt/slides/slide3.xml"/>
  <Override ContentType="application/vnd.openxmlformats-officedocument.presentationml.notesSlide+xml" PartName="/ppt/notesSlides/notesSlide4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5.xml"/>
  <Override ContentType="application/vnd.openxmlformats-officedocument.presentationml.slide+xml" PartName="/ppt/slides/slide5.xml"/>
  <Override ContentType="application/vnd.openxmlformats-officedocument.presentationml.notesSlide+xml" PartName="/ppt/notesSlides/notesSlide6.xml"/>
  <Override ContentType="application/vnd.openxmlformats-officedocument.presentationml.slide+xml" PartName="/ppt/slides/slide6.xml"/>
  <Override ContentType="application/vnd.openxmlformats-officedocument.presentationml.notesSlide+xml" PartName="/ppt/notesSlides/notesSlide7.xml"/>
  <Override ContentType="application/vnd.openxmlformats-officedocument.presentationml.slide+xml" PartName="/ppt/slides/slide7.xml"/>
  <Override ContentType="application/vnd.openxmlformats-officedocument.presentationml.notesSlide+xml" PartName="/ppt/notesSlides/notesSlide8.xml"/>
  <Override ContentType="application/vnd.openxmlformats-officedocument.presentationml.slide+xml" PartName="/ppt/slides/slide8.xml"/>
  <Override ContentType="application/vnd.openxmlformats-officedocument.presentationml.notesSlide+xml" PartName="/ppt/notesSlides/notesSlide9.xml"/>
  <Override ContentType="application/vnd.openxmlformats-officedocument.presentationml.slide+xml" PartName="/ppt/slides/slide9.xml"/>
  <Override ContentType="application/vnd.openxmlformats-officedocument.presentationml.notesSlide+xml" PartName="/ppt/notesSlides/notesSlide10.xml"/>
  <Override ContentType="application/vnd.openxmlformats-officedocument.presentationml.slide+xml" PartName="/ppt/slides/slide10.xml"/>
  <Override ContentType="application/vnd.openxmlformats-officedocument.presentationml.notesSlide+xml" PartName="/ppt/notesSlides/notesSlide11.xml"/>
  <Override ContentType="application/vnd.openxmlformats-officedocument.presentationml.slide+xml" PartName="/ppt/slides/slide11.xml"/>
  <Override ContentType="application/vnd.openxmlformats-officedocument.presentationml.notesSlide+xml" PartName="/ppt/notesSlides/notesSlide12.xml"/>
  <Override ContentType="application/vnd.openxmlformats-officedocument.presentationml.slide+xml" PartName="/ppt/slides/slide12.xml"/>
  <Override ContentType="application/vnd.openxmlformats-officedocument.presentationml.notesSlide+xml" PartName="/ppt/notesSlides/notesSlide13.xml"/>
  <Override ContentType="application/vnd.openxmlformats-officedocument.presentationml.slide+xml" PartName="/ppt/slides/slide13.xml"/>
  <Override ContentType="application/vnd.openxmlformats-officedocument.presentationml.notesSlide+xml" PartName="/ppt/notesSlides/notesSlide14.xml"/>
  <Override ContentType="application/vnd.openxmlformats-officedocument.presentationml.slide+xml" PartName="/ppt/slides/slide14.xml"/>
  <Override ContentType="application/vnd.openxmlformats-officedocument.presentationml.notesSlide+xml" PartName="/ppt/notesSlides/notesSlide15.xml"/>
  <Override ContentType="application/vnd.openxmlformats-officedocument.presentationml.slide+xml" PartName="/ppt/slides/slide15.xml"/>
  <Override ContentType="application/vnd.openxmlformats-officedocument.presentationml.notesSlide+xml" PartName="/ppt/notesSlides/notesSlide16.xml"/>
  <Override ContentType="application/vnd.openxmlformats-officedocument.presentationml.slide+xml" PartName="/ppt/slides/slide16.xml"/>
  <Override ContentType="application/vnd.openxmlformats-officedocument.presentationml.notesSlide+xml" PartName="/ppt/notesSlides/notesSlide17.xml"/>
  <Override ContentType="application/vnd.openxmlformats-officedocument.presentationml.slide+xml" PartName="/ppt/slides/slide17.xml"/>
  <Override ContentType="application/vnd.openxmlformats-officedocument.presentationml.notesSlide+xml" PartName="/ppt/notesSlides/notesSlide18.xml"/>
  <Override ContentType="application/vnd.openxmlformats-officedocument.presentationml.slide+xml" PartName="/ppt/slides/slide18.xml"/>
  <Override ContentType="application/vnd.openxmlformats-officedocument.presentationml.notesSlide+xml" PartName="/ppt/notesSlides/notesSlide19.xml"/>
  <Override ContentType="application/vnd.openxmlformats-officedocument.presentationml.slide+xml" PartName="/ppt/slides/slide19.xml"/>
  <Override ContentType="application/vnd.openxmlformats-officedocument.presentationml.notesSlide+xml" PartName="/ppt/notesSlides/notesSlide20.xml"/>
  <Override ContentType="application/vnd.openxmlformats-officedocument.presentationml.slide+xml" PartName="/ppt/slides/slide20.xml"/>
  <Override ContentType="application/vnd.openxmlformats-officedocument.presentationml.notesSlide+xml" PartName="/ppt/notesSlides/notesSlide21.xml"/>
  <Override ContentType="application/vnd.openxmlformats-officedocument.presentationml.slide+xml" PartName="/ppt/slides/slide21.xml"/>
  <Override ContentType="application/vnd.openxmlformats-officedocument.presentationml.notesSlide+xml" PartName="/ppt/notesSlides/notesSlide22.xml"/>
  <Override ContentType="application/vnd.openxmlformats-officedocument.presentationml.slide+xml" PartName="/ppt/slides/slide22.xml"/>
  <Override ContentType="application/vnd.openxmlformats-officedocument.presentationml.notesSlide+xml" PartName="/ppt/notesSlides/notesSlide23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Default ContentType="image/png" Extension="png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pn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/ppt/media/image9.png" Type="http://schemas.openxmlformats.org/officeDocument/2006/relationships/image"/><Relationship Id="rId10" Target="/ppt/media/image10.png" Type="http://schemas.openxmlformats.org/officeDocument/2006/relationships/image"/><Relationship Id="rId11" Target="/ppt/media/image11.png" Type="http://schemas.openxmlformats.org/officeDocument/2006/relationships/image"/><Relationship Id="rId12" Target="/ppt/media/image12.png" Type="http://schemas.openxmlformats.org/officeDocument/2006/relationships/image"/><Relationship Id="rId13" Target="/ppt/media/image13.png" Type="http://schemas.openxmlformats.org/officeDocument/2006/relationships/image"/><Relationship Id="rId14" Target="ppt/media/img_cc_black.png" Type="http://schemas.openxmlformats.org/officeDocument/2006/relationships/image"/><Relationship Id="rId15" Target="ppt/presentation.xml" Type="http://schemas.openxmlformats.org/officeDocument/2006/relationships/officeDocument"/><Relationship Id="rId16" Target="docProps/core.xml" Type="http://schemas.openxmlformats.org/package/2006/relationships/metadata/core-properties"/><Relationship Id="rId17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7"/>
    <p:sldId id="258" r:id="rId9"/>
    <p:sldId id="259" r:id="rId11"/>
    <p:sldId id="260" r:id="rId13"/>
    <p:sldId id="261" r:id="rId15"/>
    <p:sldId id="262" r:id="rId17"/>
    <p:sldId id="263" r:id="rId19"/>
    <p:sldId id="264" r:id="rId21"/>
    <p:sldId id="265" r:id="rId23"/>
    <p:sldId id="266" r:id="rId25"/>
    <p:sldId id="267" r:id="rId27"/>
    <p:sldId id="268" r:id="rId29"/>
    <p:sldId id="269" r:id="rId31"/>
    <p:sldId id="270" r:id="rId33"/>
    <p:sldId id="271" r:id="rId35"/>
    <p:sldId id="272" r:id="rId37"/>
    <p:sldId id="273" r:id="rId39"/>
    <p:sldId id="274" r:id="rId41"/>
    <p:sldId id="275" r:id="rId43"/>
    <p:sldId id="276" r:id="rId45"/>
    <p:sldId id="277" r:id="rId47"/>
    <p:sldId id="278" r:id="rId49"/>
  </p:sldIdLst>
  <p:sldSz cx="12192000" cy="6858000" type="custom"/>
  <p:notesSz cx="12192000" cy="6858000"/>
  <p:embeddedFontLst/>
  <p:custDataLst/>
  <p:defaultTextStyle>
    <a:defPPr>
      <a:defRPr lang="en-US"/>
    </a:defPPr>
    <a:lvl1pPr algn="l" lvl="0" marR="0" rtl="false">
      <a:lnSpc>
        <a:spcPct val="100000"/>
      </a:lnSpc>
      <a:spcBef>
        <a:spcPts val="0"/>
      </a:spcBef>
      <a:spcAft>
        <a:spcPts val="0"/>
      </a:spcAft>
      <a:defRPr b="0" cap="none" dirty="0" i="0" lang="en-US" strike="noStrike" sz="1400" u="none">
        <a:solidFill>
          <a:srgbClr val="000000"/>
        </a:solidFill>
        <a:latin typeface="Arial"/>
      </a:defRPr>
    </a:lvl1pPr>
    <a:lvl2pPr algn="l" lvl="1" marR="0" rtl="false">
      <a:lnSpc>
        <a:spcPct val="100000"/>
      </a:lnSpc>
      <a:spcBef>
        <a:spcPts val="0"/>
      </a:spcBef>
      <a:spcAft>
        <a:spcPts val="0"/>
      </a:spcAft>
      <a:defRPr b="0" cap="none" dirty="0" i="0" lang="en-US" strike="noStrike" sz="1400" u="none">
        <a:solidFill>
          <a:srgbClr val="000000"/>
        </a:solidFill>
        <a:latin typeface="Arial"/>
      </a:defRPr>
    </a:lvl2pPr>
    <a:lvl3pPr algn="l" lvl="2" marR="0" rtl="false">
      <a:lnSpc>
        <a:spcPct val="100000"/>
      </a:lnSpc>
      <a:spcBef>
        <a:spcPts val="0"/>
      </a:spcBef>
      <a:spcAft>
        <a:spcPts val="0"/>
      </a:spcAft>
      <a:defRPr b="0" cap="none" dirty="0" i="0" lang="en-US" strike="noStrike" sz="1400" u="none">
        <a:solidFill>
          <a:srgbClr val="000000"/>
        </a:solidFill>
        <a:latin typeface="Arial"/>
      </a:defRPr>
    </a:lvl3pPr>
    <a:lvl4pPr algn="l" lvl="3" marR="0" rtl="false">
      <a:lnSpc>
        <a:spcPct val="100000"/>
      </a:lnSpc>
      <a:spcBef>
        <a:spcPts val="0"/>
      </a:spcBef>
      <a:spcAft>
        <a:spcPts val="0"/>
      </a:spcAft>
      <a:defRPr b="0" cap="none" dirty="0" i="0" lang="en-US" strike="noStrike" sz="1400" u="none">
        <a:solidFill>
          <a:srgbClr val="000000"/>
        </a:solidFill>
        <a:latin typeface="Arial"/>
      </a:defRPr>
    </a:lvl4pPr>
    <a:lvl5pPr algn="l" lvl="4" marR="0" rtl="false">
      <a:lnSpc>
        <a:spcPct val="100000"/>
      </a:lnSpc>
      <a:spcBef>
        <a:spcPts val="0"/>
      </a:spcBef>
      <a:spcAft>
        <a:spcPts val="0"/>
      </a:spcAft>
      <a:defRPr b="0" cap="none" dirty="0" i="0" lang="en-US" strike="noStrike" sz="1400" u="none">
        <a:solidFill>
          <a:srgbClr val="000000"/>
        </a:solidFill>
        <a:latin typeface="Arial"/>
      </a:defRPr>
    </a:lvl5pPr>
    <a:lvl6pPr algn="l" lvl="5" marR="0" rtl="false">
      <a:lnSpc>
        <a:spcPct val="100000"/>
      </a:lnSpc>
      <a:spcBef>
        <a:spcPts val="0"/>
      </a:spcBef>
      <a:spcAft>
        <a:spcPts val="0"/>
      </a:spcAft>
      <a:defRPr b="0" cap="none" dirty="0" i="0" lang="en-US" strike="noStrike" sz="1400" u="none">
        <a:solidFill>
          <a:srgbClr val="000000"/>
        </a:solidFill>
        <a:latin typeface="Arial"/>
      </a:defRPr>
    </a:lvl6pPr>
    <a:lvl7pPr algn="l" lvl="6" marR="0" rtl="false">
      <a:lnSpc>
        <a:spcPct val="100000"/>
      </a:lnSpc>
      <a:spcBef>
        <a:spcPts val="0"/>
      </a:spcBef>
      <a:spcAft>
        <a:spcPts val="0"/>
      </a:spcAft>
      <a:defRPr b="0" cap="none" dirty="0" i="0" lang="en-US" strike="noStrike" sz="1400" u="none">
        <a:solidFill>
          <a:srgbClr val="000000"/>
        </a:solidFill>
        <a:latin typeface="Arial"/>
      </a:defRPr>
    </a:lvl7pPr>
    <a:lvl8pPr algn="l" lvl="7" marR="0" rtl="false">
      <a:lnSpc>
        <a:spcPct val="100000"/>
      </a:lnSpc>
      <a:spcBef>
        <a:spcPts val="0"/>
      </a:spcBef>
      <a:spcAft>
        <a:spcPts val="0"/>
      </a:spcAft>
      <a:defRPr b="0" cap="none" dirty="0" i="0" lang="en-US" strike="noStrike" sz="1400" u="none">
        <a:solidFill>
          <a:srgbClr val="000000"/>
        </a:solidFill>
        <a:latin typeface="Arial"/>
      </a:defRPr>
    </a:lvl8pPr>
    <a:lvl9pPr algn="l" lvl="8" marR="0" rtl="false">
      <a:lnSpc>
        <a:spcPct val="100000"/>
      </a:lnSpc>
      <a:spcBef>
        <a:spcPts val="0"/>
      </a:spcBef>
      <a:spcAft>
        <a:spcPts val="0"/>
      </a:spcAft>
      <a:defRPr b="0" cap="none" dirty="0" i="0" lang="en-US" strike="noStrike" sz="1400" u="none">
        <a:solidFill>
          <a:srgbClr val="000000"/>
        </a:solidFill>
        <a:latin typeface="Arial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>
  <a:tblStyle styleId="{AD3D8DA4-F192-47F2-84C4-BB9C5DE77D17}" styleName="Table_1">
    <a:wholeTbl>
      <a:tcTxStyle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rgbClr val="e7f1fa"/>
          </a:solidFill>
        </a:fill>
      </a:tcStyle>
    </a:wholeTbl>
    <a:band1H>
      <a:tcTxStyle/>
      <a:tcStyle>
        <a:fill>
          <a:solidFill>
            <a:srgbClr val="cbe2f5"/>
          </a:solidFill>
        </a:fill>
      </a:tcStyle>
    </a:band1H>
    <a:band2H>
      <a:tcTxStyle/>
    </a:band2H>
    <a:band1V>
      <a:tcTxStyle/>
      <a:tcStyle>
        <a:fill>
          <a:solidFill>
            <a:srgbClr val="cbe2f5"/>
          </a:solidFill>
        </a:fill>
      </a:tcStyle>
    </a:band1V>
    <a:band2V>
      <a:tcTxStyle/>
    </a:band2V>
    <a:lastCol>
      <a:tcTxStyle b="on"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seCell>
      <a:tcTxStyle/>
    </a:seCell>
    <a:swCell>
      <a:tcTxStyle/>
    </a:swCell>
    <a:neCell>
      <a:tcTxStyle/>
    </a:neCell>
    <a:nwCell>
      <a:tcTxStyle/>
    </a:nwCell>
  </a:tblStyle>
  <a:tblStyle styleId="{533352BA-0D56-4822-B7A2-507B349A5F6B}" styleName="Table_0">
    <a:wholeTbl>
      <a:tcTxStyle/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firstRow>
      <a:tcTxStyle/>
    </a:firstRow>
    <a:seCell>
      <a:tcTxStyle/>
    </a:seCell>
    <a:swCell>
      <a:tcTxStyle/>
    </a:swCell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notesSlides/notesSlide1.xml" Type="http://schemas.openxmlformats.org/officeDocument/2006/relationships/notesSlide"/><Relationship Id="rId7" Target="slides/slide2.xml" Type="http://schemas.openxmlformats.org/officeDocument/2006/relationships/slide"/><Relationship Id="rId8" Target="notesSlides/notesSlide2.xml" Type="http://schemas.openxmlformats.org/officeDocument/2006/relationships/notesSlide"/><Relationship Id="rId9" Target="slides/slide3.xml" Type="http://schemas.openxmlformats.org/officeDocument/2006/relationships/slide"/><Relationship Id="rId10" Target="notesSlides/notesSlide3.xml" Type="http://schemas.openxmlformats.org/officeDocument/2006/relationships/notesSlide"/><Relationship Id="rId11" Target="slides/slide4.xml" Type="http://schemas.openxmlformats.org/officeDocument/2006/relationships/slide"/><Relationship Id="rId12" Target="notesSlides/notesSlide4.xml" Type="http://schemas.openxmlformats.org/officeDocument/2006/relationships/notesSlide"/><Relationship Id="rId13" Target="slides/slide5.xml" Type="http://schemas.openxmlformats.org/officeDocument/2006/relationships/slide"/><Relationship Id="rId14" Target="notesSlides/notesSlide5.xml" Type="http://schemas.openxmlformats.org/officeDocument/2006/relationships/notesSlide"/><Relationship Id="rId15" Target="slides/slide6.xml" Type="http://schemas.openxmlformats.org/officeDocument/2006/relationships/slide"/><Relationship Id="rId16" Target="notesSlides/notesSlide6.xml" Type="http://schemas.openxmlformats.org/officeDocument/2006/relationships/notesSlide"/><Relationship Id="rId17" Target="slides/slide7.xml" Type="http://schemas.openxmlformats.org/officeDocument/2006/relationships/slide"/><Relationship Id="rId18" Target="notesSlides/notesSlide7.xml" Type="http://schemas.openxmlformats.org/officeDocument/2006/relationships/notesSlide"/><Relationship Id="rId19" Target="slides/slide8.xml" Type="http://schemas.openxmlformats.org/officeDocument/2006/relationships/slide"/><Relationship Id="rId20" Target="notesSlides/notesSlide8.xml" Type="http://schemas.openxmlformats.org/officeDocument/2006/relationships/notesSlide"/><Relationship Id="rId21" Target="slides/slide9.xml" Type="http://schemas.openxmlformats.org/officeDocument/2006/relationships/slide"/><Relationship Id="rId22" Target="notesSlides/notesSlide9.xml" Type="http://schemas.openxmlformats.org/officeDocument/2006/relationships/notesSlide"/><Relationship Id="rId23" Target="slides/slide10.xml" Type="http://schemas.openxmlformats.org/officeDocument/2006/relationships/slide"/><Relationship Id="rId24" Target="notesSlides/notesSlide10.xml" Type="http://schemas.openxmlformats.org/officeDocument/2006/relationships/notesSlide"/><Relationship Id="rId25" Target="slides/slide11.xml" Type="http://schemas.openxmlformats.org/officeDocument/2006/relationships/slide"/><Relationship Id="rId26" Target="notesSlides/notesSlide11.xml" Type="http://schemas.openxmlformats.org/officeDocument/2006/relationships/notesSlide"/><Relationship Id="rId27" Target="slides/slide12.xml" Type="http://schemas.openxmlformats.org/officeDocument/2006/relationships/slide"/><Relationship Id="rId28" Target="notesSlides/notesSlide12.xml" Type="http://schemas.openxmlformats.org/officeDocument/2006/relationships/notesSlide"/><Relationship Id="rId29" Target="slides/slide13.xml" Type="http://schemas.openxmlformats.org/officeDocument/2006/relationships/slide"/><Relationship Id="rId30" Target="notesSlides/notesSlide13.xml" Type="http://schemas.openxmlformats.org/officeDocument/2006/relationships/notesSlide"/><Relationship Id="rId31" Target="slides/slide14.xml" Type="http://schemas.openxmlformats.org/officeDocument/2006/relationships/slide"/><Relationship Id="rId32" Target="notesSlides/notesSlide14.xml" Type="http://schemas.openxmlformats.org/officeDocument/2006/relationships/notesSlide"/><Relationship Id="rId33" Target="slides/slide15.xml" Type="http://schemas.openxmlformats.org/officeDocument/2006/relationships/slide"/><Relationship Id="rId34" Target="notesSlides/notesSlide15.xml" Type="http://schemas.openxmlformats.org/officeDocument/2006/relationships/notesSlide"/><Relationship Id="rId35" Target="slides/slide16.xml" Type="http://schemas.openxmlformats.org/officeDocument/2006/relationships/slide"/><Relationship Id="rId36" Target="notesSlides/notesSlide16.xml" Type="http://schemas.openxmlformats.org/officeDocument/2006/relationships/notesSlide"/><Relationship Id="rId37" Target="slides/slide17.xml" Type="http://schemas.openxmlformats.org/officeDocument/2006/relationships/slide"/><Relationship Id="rId38" Target="notesSlides/notesSlide17.xml" Type="http://schemas.openxmlformats.org/officeDocument/2006/relationships/notesSlide"/><Relationship Id="rId39" Target="slides/slide18.xml" Type="http://schemas.openxmlformats.org/officeDocument/2006/relationships/slide"/><Relationship Id="rId40" Target="notesSlides/notesSlide18.xml" Type="http://schemas.openxmlformats.org/officeDocument/2006/relationships/notesSlide"/><Relationship Id="rId41" Target="slides/slide19.xml" Type="http://schemas.openxmlformats.org/officeDocument/2006/relationships/slide"/><Relationship Id="rId42" Target="notesSlides/notesSlide19.xml" Type="http://schemas.openxmlformats.org/officeDocument/2006/relationships/notesSlide"/><Relationship Id="rId43" Target="slides/slide20.xml" Type="http://schemas.openxmlformats.org/officeDocument/2006/relationships/slide"/><Relationship Id="rId44" Target="notesSlides/notesSlide20.xml" Type="http://schemas.openxmlformats.org/officeDocument/2006/relationships/notesSlide"/><Relationship Id="rId45" Target="slides/slide21.xml" Type="http://schemas.openxmlformats.org/officeDocument/2006/relationships/slide"/><Relationship Id="rId46" Target="notesSlides/notesSlide21.xml" Type="http://schemas.openxmlformats.org/officeDocument/2006/relationships/notesSlide"/><Relationship Id="rId47" Target="slides/slide22.xml" Type="http://schemas.openxmlformats.org/officeDocument/2006/relationships/slide"/><Relationship Id="rId48" Target="notesSlides/notesSlide22.xml" Type="http://schemas.openxmlformats.org/officeDocument/2006/relationships/notesSlide"/><Relationship Id="rId49" Target="slides/slide23.xml" Type="http://schemas.openxmlformats.org/officeDocument/2006/relationships/slide"/><Relationship Id="rId50" Target="notesSlides/notesSlide23.xml" Type="http://schemas.openxmlformats.org/officeDocument/2006/relationships/notesSlide"/><Relationship Id="rId51" Target="tableStyles.xml" Type="http://schemas.openxmlformats.org/officeDocument/2006/relationships/tableStyles"/><Relationship Id="rId52" Target="presProps.xml" Type="http://schemas.openxmlformats.org/officeDocument/2006/relationships/presProps"/><Relationship Id="rId53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fals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;p2">
            <a:extLst>
              <a:ext uri="{0D2050B0-B002-4F6C-9F06-B45A48838F14}">
                <a16:creationId xmlns:a16="http://schemas.microsoft.com/office/drawing/2010/main" id="{0513D3C5-8656-44E9-A91C-9BA214E7C1DA}"/>
              </a:ext>
            </a:extLst>
          </p:cNvPr>
          <p:cNvSpPr/>
          <p:nvPr/>
        </p:nvSpPr>
        <p:spPr>
          <a:xfrm rot="0">
            <a:off x="0" y="0"/>
            <a:ext cx="12192000" cy="4572001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="ctr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/>
            </a:r>
            <a:endParaRPr dirty="0" lang="en-US"/>
          </a:p>
        </p:txBody>
      </p:sp>
      <p:sp>
        <p:nvSpPr>
          <p:cNvPr id="3" name="Google Shape;18;p2">
            <a:extLst>
              <a:ext uri="{7A6A1860-2CD7-49EB-A9FF-A4F573AE2522}">
                <a16:creationId xmlns:a16="http://schemas.microsoft.com/office/drawing/2010/main" id="{64641785-D52B-4908-B68A-AB2CC7C08086}"/>
              </a:ext>
            </a:extLst>
          </p:cNvPr>
          <p:cNvSpPr/>
          <p:nvPr/>
        </p:nvSpPr>
        <p:spPr>
          <a:xfrm rot="0">
            <a:off x="-1" y="0"/>
            <a:ext cx="12192000" cy="4572001"/>
          </a:xfrm>
          <a:custGeom>
            <a:avLst/>
            <a:gdLst/>
            <a:ahLst/>
            <a:cxnLst/>
            <a:rect b="b" l="0" r="r" t="0"/>
            <a:pathLst>
              <a:path h="4572001" w="12192000">
                <a:moveTo>
                  <a:pt x="12192000" y="4387987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9" y="4460004"/>
                  <a:pt x="12192000" y="4387987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8" y="4244658"/>
                  <a:pt x="11857228" y="4389538"/>
                  <a:pt x="11786673" y="4572001"/>
                </a:cubicBezTo>
                <a:lnTo>
                  <a:pt x="11649784" y="4572001"/>
                </a:lnTo>
                <a:cubicBezTo>
                  <a:pt x="11730543" y="4320085"/>
                  <a:pt x="11933880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7" y="4001042"/>
                </a:lnTo>
                <a:cubicBezTo>
                  <a:pt x="10816584" y="4001569"/>
                  <a:pt x="10848477" y="4004550"/>
                  <a:pt x="10879661" y="4010107"/>
                </a:cubicBezTo>
                <a:cubicBezTo>
                  <a:pt x="10885235" y="4009688"/>
                  <a:pt x="10890564" y="4010636"/>
                  <a:pt x="10895873" y="4011646"/>
                </a:cubicBezTo>
                <a:lnTo>
                  <a:pt x="10895989" y="4012794"/>
                </a:lnTo>
                <a:cubicBezTo>
                  <a:pt x="11208069" y="4064450"/>
                  <a:pt x="11461299" y="4283539"/>
                  <a:pt x="11554663" y="4572001"/>
                </a:cubicBezTo>
                <a:lnTo>
                  <a:pt x="11417113" y="4572001"/>
                </a:lnTo>
                <a:cubicBezTo>
                  <a:pt x="11333732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3" y="4572001"/>
                </a:lnTo>
                <a:cubicBezTo>
                  <a:pt x="10878802" y="4452596"/>
                  <a:pt x="10800239" y="4298519"/>
                  <a:pt x="10775875" y="4127511"/>
                </a:cubicBezTo>
                <a:cubicBezTo>
                  <a:pt x="10775707" y="4127458"/>
                  <a:pt x="10775540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2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1" y="3999880"/>
                </a:lnTo>
                <a:lnTo>
                  <a:pt x="10745475" y="4011320"/>
                </a:lnTo>
                <a:cubicBezTo>
                  <a:pt x="10745475" y="4017001"/>
                  <a:pt x="10745417" y="4022668"/>
                  <a:pt x="10744105" y="4028296"/>
                </a:cubicBezTo>
                <a:cubicBezTo>
                  <a:pt x="10744148" y="4059631"/>
                  <a:pt x="10741698" y="4090522"/>
                  <a:pt x="10736638" y="4120772"/>
                </a:cubicBezTo>
                <a:lnTo>
                  <a:pt x="10736099" y="4127448"/>
                </a:lnTo>
                <a:cubicBezTo>
                  <a:pt x="10735929" y="4127453"/>
                  <a:pt x="10735762" y="4127458"/>
                  <a:pt x="10735593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5" y="4572001"/>
                </a:lnTo>
                <a:cubicBezTo>
                  <a:pt x="10465393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9" y="4572001"/>
                </a:lnTo>
                <a:cubicBezTo>
                  <a:pt x="10050171" y="4283539"/>
                  <a:pt x="10303399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3" y="4004550"/>
                  <a:pt x="9187507" y="4010107"/>
                </a:cubicBezTo>
                <a:cubicBezTo>
                  <a:pt x="9193083" y="4009688"/>
                  <a:pt x="9198411" y="4010636"/>
                  <a:pt x="9203719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7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5" y="4471530"/>
                  <a:pt x="9497021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7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3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7" y="4298519"/>
                  <a:pt x="8940516" y="4452596"/>
                  <a:pt x="8824385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7" y="4144250"/>
                </a:cubicBezTo>
                <a:cubicBezTo>
                  <a:pt x="8675957" y="4194541"/>
                  <a:pt x="8485587" y="4357380"/>
                  <a:pt x="8402203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7" y="4012794"/>
                </a:cubicBezTo>
                <a:lnTo>
                  <a:pt x="8923445" y="4011646"/>
                </a:lnTo>
                <a:cubicBezTo>
                  <a:pt x="8928755" y="4010636"/>
                  <a:pt x="8934081" y="4009688"/>
                  <a:pt x="8939659" y="4010107"/>
                </a:cubicBezTo>
                <a:cubicBezTo>
                  <a:pt x="8970841" y="4004550"/>
                  <a:pt x="9002734" y="4001569"/>
                  <a:pt x="9035119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4" y="4004550"/>
                  <a:pt x="7495356" y="4010107"/>
                </a:cubicBezTo>
                <a:cubicBezTo>
                  <a:pt x="7500932" y="4009688"/>
                  <a:pt x="7506261" y="4010636"/>
                  <a:pt x="7511570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10" y="4572001"/>
                </a:lnTo>
                <a:cubicBezTo>
                  <a:pt x="7949426" y="4357380"/>
                  <a:pt x="7759058" y="4194541"/>
                  <a:pt x="7525057" y="4144250"/>
                </a:cubicBezTo>
                <a:cubicBezTo>
                  <a:pt x="7559550" y="4319650"/>
                  <a:pt x="7661774" y="4471530"/>
                  <a:pt x="7804870" y="4572001"/>
                </a:cubicBezTo>
                <a:lnTo>
                  <a:pt x="7610630" y="4572001"/>
                </a:lnTo>
                <a:cubicBezTo>
                  <a:pt x="7494499" y="4452596"/>
                  <a:pt x="7415936" y="4298519"/>
                  <a:pt x="7391571" y="4127511"/>
                </a:cubicBezTo>
                <a:cubicBezTo>
                  <a:pt x="7391404" y="4127458"/>
                  <a:pt x="7391235" y="4127453"/>
                  <a:pt x="7391066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1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4" y="3999880"/>
                </a:lnTo>
                <a:lnTo>
                  <a:pt x="7382782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4" y="4028296"/>
                </a:cubicBezTo>
                <a:cubicBezTo>
                  <a:pt x="7359845" y="4059631"/>
                  <a:pt x="7357396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1" y="4127458"/>
                  <a:pt x="7351292" y="4127511"/>
                </a:cubicBezTo>
                <a:cubicBezTo>
                  <a:pt x="7326928" y="4298519"/>
                  <a:pt x="7248364" y="4452596"/>
                  <a:pt x="7132234" y="4572001"/>
                </a:cubicBezTo>
                <a:lnTo>
                  <a:pt x="6937992" y="4572001"/>
                </a:lnTo>
                <a:cubicBezTo>
                  <a:pt x="7081090" y="4471530"/>
                  <a:pt x="7183314" y="4319650"/>
                  <a:pt x="7217808" y="4144250"/>
                </a:cubicBezTo>
                <a:cubicBezTo>
                  <a:pt x="6983804" y="4194541"/>
                  <a:pt x="6793436" y="4357380"/>
                  <a:pt x="6710054" y="4572001"/>
                </a:cubicBezTo>
                <a:lnTo>
                  <a:pt x="6572506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4" y="4010636"/>
                  <a:pt x="7241932" y="4009688"/>
                  <a:pt x="7247508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30" y="4001569"/>
                  <a:pt x="5772021" y="4004550"/>
                  <a:pt x="5803206" y="4010107"/>
                </a:cubicBezTo>
                <a:cubicBezTo>
                  <a:pt x="5808781" y="4009688"/>
                  <a:pt x="5814110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6" y="4357380"/>
                  <a:pt x="6066908" y="4194541"/>
                  <a:pt x="5832906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5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8" y="4090522"/>
                  <a:pt x="5690866" y="4059631"/>
                  <a:pt x="5690909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6" y="3999419"/>
                </a:moveTo>
                <a:lnTo>
                  <a:pt x="5667932" y="3999913"/>
                </a:lnTo>
                <a:lnTo>
                  <a:pt x="5668430" y="3999880"/>
                </a:lnTo>
                <a:lnTo>
                  <a:pt x="5669024" y="4011320"/>
                </a:lnTo>
                <a:cubicBezTo>
                  <a:pt x="5669024" y="4017001"/>
                  <a:pt x="5668965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10" y="4127458"/>
                  <a:pt x="5659142" y="4127511"/>
                </a:cubicBezTo>
                <a:cubicBezTo>
                  <a:pt x="5634776" y="4298519"/>
                  <a:pt x="5556214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3" y="4319651"/>
                  <a:pt x="5525657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5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4" y="4011646"/>
                </a:lnTo>
                <a:cubicBezTo>
                  <a:pt x="5544453" y="4010636"/>
                  <a:pt x="5549780" y="4009688"/>
                  <a:pt x="5555357" y="4010107"/>
                </a:cubicBezTo>
                <a:cubicBezTo>
                  <a:pt x="5586540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2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4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9" y="3845480"/>
                </a:cubicBezTo>
                <a:cubicBezTo>
                  <a:pt x="11184547" y="3786801"/>
                  <a:pt x="11399392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3" y="3304913"/>
                </a:moveTo>
                <a:cubicBezTo>
                  <a:pt x="9485325" y="3363591"/>
                  <a:pt x="9270479" y="3576701"/>
                  <a:pt x="9217205" y="3845480"/>
                </a:cubicBezTo>
                <a:cubicBezTo>
                  <a:pt x="9492395" y="3786801"/>
                  <a:pt x="9707238" y="3573691"/>
                  <a:pt x="9760513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7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4" y="3304913"/>
                </a:moveTo>
                <a:cubicBezTo>
                  <a:pt x="7793174" y="3363591"/>
                  <a:pt x="7578330" y="3576701"/>
                  <a:pt x="7525054" y="3845480"/>
                </a:cubicBezTo>
                <a:cubicBezTo>
                  <a:pt x="7800244" y="3786801"/>
                  <a:pt x="8015087" y="3573691"/>
                  <a:pt x="8068364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8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7" y="3845480"/>
                </a:cubicBezTo>
                <a:cubicBezTo>
                  <a:pt x="5472381" y="3576701"/>
                  <a:pt x="5257538" y="3363591"/>
                  <a:pt x="4982347" y="3304913"/>
                </a:cubicBezTo>
                <a:close/>
                <a:moveTo>
                  <a:pt x="4684062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2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3" y="3161219"/>
                </a:moveTo>
                <a:lnTo>
                  <a:pt x="11625792" y="3162829"/>
                </a:lnTo>
                <a:cubicBezTo>
                  <a:pt x="11658177" y="3163352"/>
                  <a:pt x="11690071" y="3166310"/>
                  <a:pt x="11721252" y="3171823"/>
                </a:cubicBezTo>
                <a:cubicBezTo>
                  <a:pt x="11726829" y="3171407"/>
                  <a:pt x="11732157" y="3172348"/>
                  <a:pt x="11737467" y="3173350"/>
                </a:cubicBezTo>
                <a:lnTo>
                  <a:pt x="11737584" y="3174489"/>
                </a:lnTo>
                <a:cubicBezTo>
                  <a:pt x="11914088" y="3203476"/>
                  <a:pt x="12071768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1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4" y="3599697"/>
                  <a:pt x="11617468" y="3288305"/>
                </a:cubicBezTo>
                <a:cubicBezTo>
                  <a:pt x="11617300" y="3288253"/>
                  <a:pt x="11617132" y="3288248"/>
                  <a:pt x="11616961" y="3288243"/>
                </a:cubicBezTo>
                <a:lnTo>
                  <a:pt x="11616424" y="3281619"/>
                </a:lnTo>
                <a:cubicBezTo>
                  <a:pt x="11611365" y="3251607"/>
                  <a:pt x="11608913" y="3220958"/>
                  <a:pt x="11608957" y="3189869"/>
                </a:cubicBezTo>
                <a:cubicBezTo>
                  <a:pt x="11607645" y="3184286"/>
                  <a:pt x="11607585" y="3178663"/>
                  <a:pt x="11607585" y="3173027"/>
                </a:cubicBezTo>
                <a:lnTo>
                  <a:pt x="11608180" y="3161677"/>
                </a:lnTo>
                <a:lnTo>
                  <a:pt x="11608679" y="3161709"/>
                </a:lnTo>
                <a:close/>
                <a:moveTo>
                  <a:pt x="11594916" y="3161219"/>
                </a:moveTo>
                <a:lnTo>
                  <a:pt x="11594943" y="3161709"/>
                </a:lnTo>
                <a:lnTo>
                  <a:pt x="11595440" y="3161677"/>
                </a:lnTo>
                <a:lnTo>
                  <a:pt x="11596035" y="3173027"/>
                </a:lnTo>
                <a:cubicBezTo>
                  <a:pt x="11596035" y="3178663"/>
                  <a:pt x="11595976" y="3184286"/>
                  <a:pt x="11594663" y="3189869"/>
                </a:cubicBezTo>
                <a:cubicBezTo>
                  <a:pt x="11594707" y="3220958"/>
                  <a:pt x="11592255" y="3251607"/>
                  <a:pt x="11587195" y="3281619"/>
                </a:cubicBezTo>
                <a:lnTo>
                  <a:pt x="11586657" y="3288243"/>
                </a:lnTo>
                <a:cubicBezTo>
                  <a:pt x="11586488" y="3288248"/>
                  <a:pt x="11586321" y="3288253"/>
                  <a:pt x="11586152" y="3288305"/>
                </a:cubicBezTo>
                <a:cubicBezTo>
                  <a:pt x="11535877" y="3638399"/>
                  <a:pt x="11254837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5" y="3978570"/>
                </a:cubicBezTo>
                <a:cubicBezTo>
                  <a:pt x="10848482" y="3984080"/>
                  <a:pt x="10816603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5" y="3988716"/>
                </a:lnTo>
                <a:cubicBezTo>
                  <a:pt x="10766019" y="3984944"/>
                  <a:pt x="10765992" y="3981158"/>
                  <a:pt x="10765992" y="3977366"/>
                </a:cubicBezTo>
                <a:cubicBezTo>
                  <a:pt x="10765992" y="3971728"/>
                  <a:pt x="10766050" y="3966104"/>
                  <a:pt x="10767363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5" y="3862150"/>
                </a:lnTo>
                <a:cubicBezTo>
                  <a:pt x="10775535" y="3862145"/>
                  <a:pt x="10775704" y="3862140"/>
                  <a:pt x="10775871" y="3862087"/>
                </a:cubicBezTo>
                <a:cubicBezTo>
                  <a:pt x="10826149" y="3511992"/>
                  <a:pt x="11107187" y="3233421"/>
                  <a:pt x="11466037" y="3174489"/>
                </a:cubicBezTo>
                <a:lnTo>
                  <a:pt x="11466153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1" y="3166310"/>
                  <a:pt x="11545443" y="3163352"/>
                  <a:pt x="11577829" y="3162829"/>
                </a:cubicBezTo>
                <a:close/>
                <a:moveTo>
                  <a:pt x="9916552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1" y="3171823"/>
                </a:cubicBezTo>
                <a:cubicBezTo>
                  <a:pt x="10034676" y="3171407"/>
                  <a:pt x="10040005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5" y="3971728"/>
                  <a:pt x="10745475" y="3977366"/>
                </a:cubicBezTo>
                <a:cubicBezTo>
                  <a:pt x="10745475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39" y="3987561"/>
                </a:lnTo>
                <a:cubicBezTo>
                  <a:pt x="10694866" y="3987038"/>
                  <a:pt x="10662985" y="3984080"/>
                  <a:pt x="10631814" y="3978570"/>
                </a:cubicBezTo>
                <a:cubicBezTo>
                  <a:pt x="10626235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8" y="3288253"/>
                  <a:pt x="9924979" y="3288248"/>
                  <a:pt x="9924808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3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6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09" y="3189869"/>
                </a:cubicBezTo>
                <a:cubicBezTo>
                  <a:pt x="9902554" y="3220958"/>
                  <a:pt x="9900103" y="3251607"/>
                  <a:pt x="9895044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3" y="3638399"/>
                  <a:pt x="9562685" y="3916971"/>
                  <a:pt x="9203834" y="3975903"/>
                </a:cubicBezTo>
                <a:lnTo>
                  <a:pt x="9203719" y="3977042"/>
                </a:lnTo>
                <a:cubicBezTo>
                  <a:pt x="9198407" y="3978045"/>
                  <a:pt x="9193079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7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7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1" y="3862145"/>
                  <a:pt x="9083551" y="3862140"/>
                  <a:pt x="9083717" y="3862087"/>
                </a:cubicBezTo>
                <a:cubicBezTo>
                  <a:pt x="9133995" y="3511992"/>
                  <a:pt x="9415035" y="3233421"/>
                  <a:pt x="9773883" y="3174489"/>
                </a:cubicBezTo>
                <a:lnTo>
                  <a:pt x="9774001" y="3173350"/>
                </a:lnTo>
                <a:cubicBezTo>
                  <a:pt x="9779310" y="3172348"/>
                  <a:pt x="9784637" y="3171407"/>
                  <a:pt x="9790214" y="3171823"/>
                </a:cubicBezTo>
                <a:cubicBezTo>
                  <a:pt x="9821397" y="3166310"/>
                  <a:pt x="9853291" y="3163352"/>
                  <a:pt x="9885675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50" y="3171823"/>
                </a:cubicBezTo>
                <a:cubicBezTo>
                  <a:pt x="8342525" y="3171407"/>
                  <a:pt x="8347854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7" y="3511992"/>
                  <a:pt x="9043445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3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9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9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2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9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1" y="3189869"/>
                </a:cubicBezTo>
                <a:cubicBezTo>
                  <a:pt x="8210403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50" y="3288305"/>
                </a:cubicBezTo>
                <a:cubicBezTo>
                  <a:pt x="8151574" y="3638399"/>
                  <a:pt x="7870534" y="3916971"/>
                  <a:pt x="7511683" y="3975903"/>
                </a:cubicBezTo>
                <a:lnTo>
                  <a:pt x="7511568" y="3977042"/>
                </a:lnTo>
                <a:cubicBezTo>
                  <a:pt x="7506256" y="3978045"/>
                  <a:pt x="7500928" y="3978986"/>
                  <a:pt x="7495351" y="3978570"/>
                </a:cubicBezTo>
                <a:cubicBezTo>
                  <a:pt x="7464178" y="3984080"/>
                  <a:pt x="7432299" y="3987038"/>
                  <a:pt x="7399924" y="3987561"/>
                </a:cubicBezTo>
                <a:lnTo>
                  <a:pt x="7382806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4" y="3898794"/>
                  <a:pt x="7390522" y="3868787"/>
                </a:cubicBezTo>
                <a:lnTo>
                  <a:pt x="7391062" y="3862150"/>
                </a:lnTo>
                <a:cubicBezTo>
                  <a:pt x="7391232" y="3862145"/>
                  <a:pt x="7391400" y="3862140"/>
                  <a:pt x="7391568" y="3862087"/>
                </a:cubicBezTo>
                <a:cubicBezTo>
                  <a:pt x="7441844" y="3511992"/>
                  <a:pt x="7722884" y="3233421"/>
                  <a:pt x="8081735" y="3174489"/>
                </a:cubicBezTo>
                <a:lnTo>
                  <a:pt x="8081851" y="3173350"/>
                </a:lnTo>
                <a:cubicBezTo>
                  <a:pt x="8087160" y="3172348"/>
                  <a:pt x="8092486" y="3171407"/>
                  <a:pt x="8098064" y="3171823"/>
                </a:cubicBezTo>
                <a:cubicBezTo>
                  <a:pt x="8129248" y="3166310"/>
                  <a:pt x="8161140" y="3163352"/>
                  <a:pt x="8193524" y="3162829"/>
                </a:cubicBezTo>
                <a:close/>
                <a:moveTo>
                  <a:pt x="6532249" y="3161219"/>
                </a:moveTo>
                <a:lnTo>
                  <a:pt x="6549338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8" y="3511992"/>
                  <a:pt x="7351294" y="3862087"/>
                </a:cubicBezTo>
                <a:cubicBezTo>
                  <a:pt x="7351462" y="3862140"/>
                  <a:pt x="7351632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7" y="3966104"/>
                  <a:pt x="7361174" y="3971728"/>
                  <a:pt x="7361174" y="3977366"/>
                </a:cubicBezTo>
                <a:cubicBezTo>
                  <a:pt x="7361174" y="3981158"/>
                  <a:pt x="7361148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4" y="3984080"/>
                  <a:pt x="7247512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8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1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6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8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4" y="3288243"/>
                </a:lnTo>
                <a:cubicBezTo>
                  <a:pt x="6510033" y="3288248"/>
                  <a:pt x="6509866" y="3288253"/>
                  <a:pt x="6509697" y="3288305"/>
                </a:cubicBezTo>
                <a:cubicBezTo>
                  <a:pt x="6459422" y="3638399"/>
                  <a:pt x="6178384" y="3916971"/>
                  <a:pt x="5819531" y="3975903"/>
                </a:cubicBezTo>
                <a:lnTo>
                  <a:pt x="5819416" y="3977042"/>
                </a:lnTo>
                <a:cubicBezTo>
                  <a:pt x="5814105" y="3978045"/>
                  <a:pt x="5808776" y="3978986"/>
                  <a:pt x="5803200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4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50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6" y="3166310"/>
                  <a:pt x="6468988" y="3163352"/>
                  <a:pt x="6501373" y="3162829"/>
                </a:cubicBezTo>
                <a:close/>
                <a:moveTo>
                  <a:pt x="4840099" y="3161219"/>
                </a:moveTo>
                <a:lnTo>
                  <a:pt x="4857185" y="3162829"/>
                </a:lnTo>
                <a:cubicBezTo>
                  <a:pt x="4889572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60" y="3173350"/>
                </a:cubicBezTo>
                <a:lnTo>
                  <a:pt x="4968976" y="3174489"/>
                </a:lnTo>
                <a:cubicBezTo>
                  <a:pt x="5327827" y="3233421"/>
                  <a:pt x="5608867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5" y="3966104"/>
                  <a:pt x="5669024" y="3971728"/>
                  <a:pt x="5669024" y="3977366"/>
                </a:cubicBezTo>
                <a:cubicBezTo>
                  <a:pt x="5669024" y="3981158"/>
                  <a:pt x="5668996" y="3984944"/>
                  <a:pt x="5668430" y="3988716"/>
                </a:cubicBezTo>
                <a:lnTo>
                  <a:pt x="5667932" y="3988683"/>
                </a:lnTo>
                <a:lnTo>
                  <a:pt x="5667906" y="3989174"/>
                </a:lnTo>
                <a:lnTo>
                  <a:pt x="5650786" y="3987561"/>
                </a:lnTo>
                <a:cubicBezTo>
                  <a:pt x="5618412" y="3987038"/>
                  <a:pt x="5586533" y="3984080"/>
                  <a:pt x="5555360" y="3978570"/>
                </a:cubicBezTo>
                <a:cubicBezTo>
                  <a:pt x="5549783" y="3978986"/>
                  <a:pt x="5544454" y="3978045"/>
                  <a:pt x="5539144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1" y="3189869"/>
                </a:cubicBezTo>
                <a:cubicBezTo>
                  <a:pt x="4839039" y="3184286"/>
                  <a:pt x="4838981" y="3178663"/>
                  <a:pt x="4838981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7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8" y="3189869"/>
                </a:cubicBezTo>
                <a:cubicBezTo>
                  <a:pt x="4826099" y="3220958"/>
                  <a:pt x="4823649" y="3251607"/>
                  <a:pt x="4818591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2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2" y="3174489"/>
                </a:cubicBezTo>
                <a:lnTo>
                  <a:pt x="4697548" y="3173350"/>
                </a:lnTo>
                <a:cubicBezTo>
                  <a:pt x="4702857" y="3172348"/>
                  <a:pt x="4708186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7" y="2718331"/>
                  <a:pt x="11177479" y="2933128"/>
                  <a:pt x="11452668" y="2992271"/>
                </a:cubicBezTo>
                <a:cubicBezTo>
                  <a:pt x="11399393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7" y="2447425"/>
                </a:moveTo>
                <a:cubicBezTo>
                  <a:pt x="8634768" y="2506568"/>
                  <a:pt x="8419925" y="2721365"/>
                  <a:pt x="8366649" y="2992271"/>
                </a:cubicBezTo>
                <a:cubicBezTo>
                  <a:pt x="8641839" y="2933128"/>
                  <a:pt x="8856682" y="2718331"/>
                  <a:pt x="8909957" y="2447425"/>
                </a:cubicBezTo>
                <a:close/>
                <a:moveTo>
                  <a:pt x="7525057" y="2447425"/>
                </a:moveTo>
                <a:cubicBezTo>
                  <a:pt x="7578332" y="2718331"/>
                  <a:pt x="7793174" y="2933128"/>
                  <a:pt x="8068366" y="2992271"/>
                </a:cubicBezTo>
                <a:cubicBezTo>
                  <a:pt x="8015091" y="2721365"/>
                  <a:pt x="7800246" y="2506568"/>
                  <a:pt x="7525057" y="2447425"/>
                </a:cubicBezTo>
                <a:close/>
                <a:moveTo>
                  <a:pt x="7217808" y="2447425"/>
                </a:moveTo>
                <a:cubicBezTo>
                  <a:pt x="6942617" y="2506568"/>
                  <a:pt x="6727774" y="2721365"/>
                  <a:pt x="6674498" y="2992271"/>
                </a:cubicBezTo>
                <a:cubicBezTo>
                  <a:pt x="6949688" y="2933128"/>
                  <a:pt x="7164532" y="2718331"/>
                  <a:pt x="7217808" y="2447425"/>
                </a:cubicBezTo>
                <a:close/>
                <a:moveTo>
                  <a:pt x="5832906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40" y="2721365"/>
                  <a:pt x="6108096" y="2506568"/>
                  <a:pt x="5832906" y="2447425"/>
                </a:cubicBezTo>
                <a:close/>
                <a:moveTo>
                  <a:pt x="5525657" y="2447425"/>
                </a:moveTo>
                <a:cubicBezTo>
                  <a:pt x="5250466" y="2506568"/>
                  <a:pt x="5035623" y="2721365"/>
                  <a:pt x="4982347" y="2992271"/>
                </a:cubicBezTo>
                <a:cubicBezTo>
                  <a:pt x="5257538" y="2933128"/>
                  <a:pt x="5472380" y="2718331"/>
                  <a:pt x="5525657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4" y="2933128"/>
                  <a:pt x="4684064" y="2992271"/>
                </a:cubicBezTo>
                <a:cubicBezTo>
                  <a:pt x="4630789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0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1" y="3011736"/>
                  <a:pt x="11914089" y="3094511"/>
                  <a:pt x="11737583" y="3123727"/>
                </a:cubicBezTo>
                <a:lnTo>
                  <a:pt x="11737467" y="3124875"/>
                </a:lnTo>
                <a:cubicBezTo>
                  <a:pt x="11732155" y="3125886"/>
                  <a:pt x="11726827" y="3126834"/>
                  <a:pt x="11721249" y="3126415"/>
                </a:cubicBezTo>
                <a:cubicBezTo>
                  <a:pt x="11690077" y="3131969"/>
                  <a:pt x="11658197" y="3134950"/>
                  <a:pt x="11625821" y="3135477"/>
                </a:cubicBezTo>
                <a:lnTo>
                  <a:pt x="11608703" y="3137103"/>
                </a:lnTo>
                <a:lnTo>
                  <a:pt x="11608679" y="3136608"/>
                </a:lnTo>
                <a:lnTo>
                  <a:pt x="11608179" y="3136641"/>
                </a:lnTo>
                <a:cubicBezTo>
                  <a:pt x="11607612" y="3132839"/>
                  <a:pt x="11607585" y="3129023"/>
                  <a:pt x="11607585" y="3125201"/>
                </a:cubicBezTo>
                <a:cubicBezTo>
                  <a:pt x="11607585" y="3119519"/>
                  <a:pt x="11607645" y="3113850"/>
                  <a:pt x="11608957" y="3108220"/>
                </a:cubicBezTo>
                <a:cubicBezTo>
                  <a:pt x="11608913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1" y="3009068"/>
                  <a:pt x="11617299" y="3009063"/>
                  <a:pt x="11617465" y="3009010"/>
                </a:cubicBezTo>
                <a:cubicBezTo>
                  <a:pt x="11662184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7" y="2304217"/>
                </a:lnTo>
                <a:cubicBezTo>
                  <a:pt x="10816584" y="2304744"/>
                  <a:pt x="10848477" y="2307725"/>
                  <a:pt x="10879661" y="2313282"/>
                </a:cubicBezTo>
                <a:cubicBezTo>
                  <a:pt x="10885235" y="2312863"/>
                  <a:pt x="10890564" y="2313811"/>
                  <a:pt x="10895873" y="2314821"/>
                </a:cubicBezTo>
                <a:lnTo>
                  <a:pt x="10895989" y="2315969"/>
                </a:lnTo>
                <a:cubicBezTo>
                  <a:pt x="11254841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7" y="3046007"/>
                  <a:pt x="11594708" y="3076892"/>
                  <a:pt x="11594664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4" y="3136641"/>
                </a:cubicBezTo>
                <a:lnTo>
                  <a:pt x="11594944" y="3136608"/>
                </a:lnTo>
                <a:lnTo>
                  <a:pt x="11594917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49" y="2783551"/>
                  <a:pt x="10775875" y="2430686"/>
                </a:cubicBezTo>
                <a:cubicBezTo>
                  <a:pt x="10775707" y="2430633"/>
                  <a:pt x="10775540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2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1" y="2303055"/>
                </a:lnTo>
                <a:lnTo>
                  <a:pt x="10745475" y="2314495"/>
                </a:lnTo>
                <a:cubicBezTo>
                  <a:pt x="10745475" y="2320176"/>
                  <a:pt x="10745417" y="2325843"/>
                  <a:pt x="10744105" y="2331471"/>
                </a:cubicBezTo>
                <a:cubicBezTo>
                  <a:pt x="10744148" y="2362806"/>
                  <a:pt x="10741698" y="2393697"/>
                  <a:pt x="10736638" y="2423947"/>
                </a:cubicBezTo>
                <a:lnTo>
                  <a:pt x="10736099" y="2430623"/>
                </a:lnTo>
                <a:cubicBezTo>
                  <a:pt x="10735929" y="2430628"/>
                  <a:pt x="10735762" y="2430633"/>
                  <a:pt x="10735593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1" y="3125886"/>
                  <a:pt x="10034673" y="3126834"/>
                  <a:pt x="10029096" y="3126415"/>
                </a:cubicBezTo>
                <a:cubicBezTo>
                  <a:pt x="9997925" y="3131969"/>
                  <a:pt x="9966044" y="3134950"/>
                  <a:pt x="9933668" y="3135477"/>
                </a:cubicBezTo>
                <a:lnTo>
                  <a:pt x="9916552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3" y="3113850"/>
                  <a:pt x="9916804" y="3108220"/>
                </a:cubicBezTo>
                <a:cubicBezTo>
                  <a:pt x="9916761" y="3076892"/>
                  <a:pt x="9919211" y="3046007"/>
                  <a:pt x="9924269" y="3015763"/>
                </a:cubicBezTo>
                <a:lnTo>
                  <a:pt x="9924808" y="3009073"/>
                </a:lnTo>
                <a:cubicBezTo>
                  <a:pt x="9924977" y="3009068"/>
                  <a:pt x="9925147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3" y="2307725"/>
                  <a:pt x="9187507" y="2313282"/>
                </a:cubicBezTo>
                <a:cubicBezTo>
                  <a:pt x="9193083" y="2312863"/>
                  <a:pt x="9198411" y="2313811"/>
                  <a:pt x="9203719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69" y="3009063"/>
                  <a:pt x="9894339" y="3009068"/>
                  <a:pt x="9894508" y="3009073"/>
                </a:cubicBezTo>
                <a:lnTo>
                  <a:pt x="9895047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3" y="3113850"/>
                  <a:pt x="9903884" y="3119519"/>
                  <a:pt x="9903884" y="3125201"/>
                </a:cubicBezTo>
                <a:cubicBezTo>
                  <a:pt x="9903884" y="3129023"/>
                  <a:pt x="9903856" y="3132839"/>
                  <a:pt x="9903291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8" y="3135477"/>
                </a:lnTo>
                <a:cubicBezTo>
                  <a:pt x="9853272" y="3134950"/>
                  <a:pt x="9821391" y="3131969"/>
                  <a:pt x="9790220" y="3126415"/>
                </a:cubicBezTo>
                <a:cubicBezTo>
                  <a:pt x="9784643" y="3126834"/>
                  <a:pt x="9779315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7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3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7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20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10" y="3132839"/>
                  <a:pt x="8223282" y="3129023"/>
                  <a:pt x="8223282" y="3125201"/>
                </a:cubicBezTo>
                <a:cubicBezTo>
                  <a:pt x="8223282" y="3119519"/>
                  <a:pt x="8223342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8" y="3009073"/>
                </a:lnTo>
                <a:cubicBezTo>
                  <a:pt x="8232826" y="3009068"/>
                  <a:pt x="8232996" y="3009063"/>
                  <a:pt x="8233164" y="3009010"/>
                </a:cubicBezTo>
                <a:cubicBezTo>
                  <a:pt x="8283439" y="2656144"/>
                  <a:pt x="8564479" y="2375367"/>
                  <a:pt x="8923327" y="2315969"/>
                </a:cubicBezTo>
                <a:lnTo>
                  <a:pt x="8923445" y="2314821"/>
                </a:lnTo>
                <a:cubicBezTo>
                  <a:pt x="8928755" y="2313811"/>
                  <a:pt x="8934081" y="2312863"/>
                  <a:pt x="8939659" y="2313282"/>
                </a:cubicBezTo>
                <a:cubicBezTo>
                  <a:pt x="8970841" y="2307725"/>
                  <a:pt x="9002734" y="2304744"/>
                  <a:pt x="9035119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4" y="2307725"/>
                  <a:pt x="7495356" y="2313282"/>
                </a:cubicBezTo>
                <a:cubicBezTo>
                  <a:pt x="7500932" y="2312863"/>
                  <a:pt x="7506261" y="2313811"/>
                  <a:pt x="7511570" y="2314821"/>
                </a:cubicBezTo>
                <a:lnTo>
                  <a:pt x="7511686" y="2315969"/>
                </a:lnTo>
                <a:cubicBezTo>
                  <a:pt x="7870536" y="2375367"/>
                  <a:pt x="8151576" y="2656144"/>
                  <a:pt x="8201852" y="3009010"/>
                </a:cubicBezTo>
                <a:cubicBezTo>
                  <a:pt x="8202020" y="3009063"/>
                  <a:pt x="8202189" y="3009068"/>
                  <a:pt x="8202356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5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2" y="3131969"/>
                  <a:pt x="8098070" y="3126415"/>
                </a:cubicBezTo>
                <a:cubicBezTo>
                  <a:pt x="8092492" y="3126834"/>
                  <a:pt x="8087163" y="3125886"/>
                  <a:pt x="8081854" y="3124875"/>
                </a:cubicBezTo>
                <a:lnTo>
                  <a:pt x="8081737" y="3123727"/>
                </a:lnTo>
                <a:cubicBezTo>
                  <a:pt x="7722885" y="3064328"/>
                  <a:pt x="7441847" y="2783551"/>
                  <a:pt x="7391571" y="2430686"/>
                </a:cubicBezTo>
                <a:cubicBezTo>
                  <a:pt x="7391404" y="2430633"/>
                  <a:pt x="7391235" y="2430628"/>
                  <a:pt x="7391066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1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4" y="2303055"/>
                </a:lnTo>
                <a:lnTo>
                  <a:pt x="7382782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7" y="2325843"/>
                  <a:pt x="7359804" y="2331471"/>
                </a:cubicBezTo>
                <a:cubicBezTo>
                  <a:pt x="7359846" y="2362806"/>
                  <a:pt x="7357396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1" y="2430633"/>
                  <a:pt x="7351294" y="2430686"/>
                </a:cubicBezTo>
                <a:cubicBezTo>
                  <a:pt x="7301018" y="2783551"/>
                  <a:pt x="7019978" y="3064328"/>
                  <a:pt x="6661128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5" y="3126415"/>
                </a:cubicBezTo>
                <a:cubicBezTo>
                  <a:pt x="6613622" y="3131969"/>
                  <a:pt x="6581743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6" y="3009068"/>
                  <a:pt x="6540844" y="3009063"/>
                  <a:pt x="6541012" y="3009010"/>
                </a:cubicBezTo>
                <a:cubicBezTo>
                  <a:pt x="6591288" y="2656144"/>
                  <a:pt x="6872328" y="2375367"/>
                  <a:pt x="7231179" y="2315969"/>
                </a:cubicBezTo>
                <a:lnTo>
                  <a:pt x="7231295" y="2314821"/>
                </a:lnTo>
                <a:cubicBezTo>
                  <a:pt x="7236604" y="2313811"/>
                  <a:pt x="7241932" y="2312863"/>
                  <a:pt x="7247508" y="2313282"/>
                </a:cubicBezTo>
                <a:cubicBezTo>
                  <a:pt x="7278692" y="2307725"/>
                  <a:pt x="7310583" y="2304744"/>
                  <a:pt x="7342970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30" y="2304744"/>
                  <a:pt x="5772021" y="2307725"/>
                  <a:pt x="5803206" y="2313282"/>
                </a:cubicBezTo>
                <a:cubicBezTo>
                  <a:pt x="5808781" y="2312863"/>
                  <a:pt x="5814110" y="2313811"/>
                  <a:pt x="5819417" y="2314821"/>
                </a:cubicBezTo>
                <a:lnTo>
                  <a:pt x="5819534" y="2315969"/>
                </a:lnTo>
                <a:cubicBezTo>
                  <a:pt x="6178386" y="2375367"/>
                  <a:pt x="6459424" y="2656144"/>
                  <a:pt x="6509700" y="3009010"/>
                </a:cubicBezTo>
                <a:cubicBezTo>
                  <a:pt x="6509869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2" y="3119519"/>
                  <a:pt x="6519582" y="3125201"/>
                </a:cubicBezTo>
                <a:cubicBezTo>
                  <a:pt x="6519582" y="3129023"/>
                  <a:pt x="6519554" y="3132839"/>
                  <a:pt x="6518988" y="3136641"/>
                </a:cubicBezTo>
                <a:lnTo>
                  <a:pt x="6518490" y="3136608"/>
                </a:lnTo>
                <a:lnTo>
                  <a:pt x="6518464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2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8" y="2393697"/>
                  <a:pt x="5690866" y="2362806"/>
                  <a:pt x="5690909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6" y="2302594"/>
                </a:moveTo>
                <a:lnTo>
                  <a:pt x="5667932" y="2303088"/>
                </a:lnTo>
                <a:lnTo>
                  <a:pt x="5668430" y="2303055"/>
                </a:lnTo>
                <a:lnTo>
                  <a:pt x="5669024" y="2314495"/>
                </a:lnTo>
                <a:cubicBezTo>
                  <a:pt x="5669024" y="2320176"/>
                  <a:pt x="5668965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10" y="2430633"/>
                  <a:pt x="5659142" y="2430686"/>
                </a:cubicBezTo>
                <a:cubicBezTo>
                  <a:pt x="5608867" y="2783551"/>
                  <a:pt x="5327827" y="3064328"/>
                  <a:pt x="4968976" y="3123727"/>
                </a:cubicBezTo>
                <a:lnTo>
                  <a:pt x="4968860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9" y="3137103"/>
                </a:lnTo>
                <a:lnTo>
                  <a:pt x="4840072" y="3136608"/>
                </a:lnTo>
                <a:lnTo>
                  <a:pt x="4839574" y="3136641"/>
                </a:lnTo>
                <a:cubicBezTo>
                  <a:pt x="4839007" y="3132839"/>
                  <a:pt x="4838981" y="3129023"/>
                  <a:pt x="4838981" y="3125201"/>
                </a:cubicBezTo>
                <a:cubicBezTo>
                  <a:pt x="4838981" y="3119519"/>
                  <a:pt x="4839039" y="3113850"/>
                  <a:pt x="4840351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6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4" y="2314821"/>
                </a:lnTo>
                <a:cubicBezTo>
                  <a:pt x="5544453" y="2313811"/>
                  <a:pt x="5549780" y="2312863"/>
                  <a:pt x="5555357" y="2313282"/>
                </a:cubicBezTo>
                <a:cubicBezTo>
                  <a:pt x="5586540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6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60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1" y="3124875"/>
                </a:cubicBezTo>
                <a:lnTo>
                  <a:pt x="4697435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9" y="2148655"/>
                </a:cubicBezTo>
                <a:cubicBezTo>
                  <a:pt x="11184547" y="2089976"/>
                  <a:pt x="11399392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3" y="1608087"/>
                </a:moveTo>
                <a:cubicBezTo>
                  <a:pt x="9485325" y="1666766"/>
                  <a:pt x="9270479" y="1879876"/>
                  <a:pt x="9217205" y="2148655"/>
                </a:cubicBezTo>
                <a:cubicBezTo>
                  <a:pt x="9492395" y="2089976"/>
                  <a:pt x="9707238" y="1876866"/>
                  <a:pt x="9760513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7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4" y="1608087"/>
                </a:moveTo>
                <a:cubicBezTo>
                  <a:pt x="7793174" y="1666766"/>
                  <a:pt x="7578330" y="1879876"/>
                  <a:pt x="7525054" y="2148655"/>
                </a:cubicBezTo>
                <a:cubicBezTo>
                  <a:pt x="7800244" y="2089976"/>
                  <a:pt x="8015087" y="1876866"/>
                  <a:pt x="8068364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8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7" y="2148655"/>
                </a:cubicBezTo>
                <a:cubicBezTo>
                  <a:pt x="5472381" y="1879876"/>
                  <a:pt x="5257538" y="1666766"/>
                  <a:pt x="4982347" y="1608087"/>
                </a:cubicBezTo>
                <a:close/>
                <a:moveTo>
                  <a:pt x="4684062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2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3" y="1464394"/>
                </a:moveTo>
                <a:lnTo>
                  <a:pt x="11625792" y="1466004"/>
                </a:lnTo>
                <a:cubicBezTo>
                  <a:pt x="11658177" y="1466527"/>
                  <a:pt x="11690071" y="1469485"/>
                  <a:pt x="11721252" y="1474998"/>
                </a:cubicBezTo>
                <a:cubicBezTo>
                  <a:pt x="11726829" y="1474582"/>
                  <a:pt x="11732157" y="1475523"/>
                  <a:pt x="11737467" y="1476525"/>
                </a:cubicBezTo>
                <a:lnTo>
                  <a:pt x="11737584" y="1477664"/>
                </a:lnTo>
                <a:cubicBezTo>
                  <a:pt x="11914088" y="1506650"/>
                  <a:pt x="12071768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1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4" y="1902872"/>
                  <a:pt x="11617468" y="1591480"/>
                </a:cubicBezTo>
                <a:cubicBezTo>
                  <a:pt x="11617300" y="1591427"/>
                  <a:pt x="11617132" y="1591423"/>
                  <a:pt x="11616961" y="1591418"/>
                </a:cubicBezTo>
                <a:lnTo>
                  <a:pt x="11616424" y="1584794"/>
                </a:lnTo>
                <a:cubicBezTo>
                  <a:pt x="11611365" y="1554782"/>
                  <a:pt x="11608913" y="1524133"/>
                  <a:pt x="11608957" y="1493044"/>
                </a:cubicBezTo>
                <a:cubicBezTo>
                  <a:pt x="11607645" y="1487460"/>
                  <a:pt x="11607585" y="1481838"/>
                  <a:pt x="11607585" y="1476202"/>
                </a:cubicBezTo>
                <a:lnTo>
                  <a:pt x="11608180" y="1464851"/>
                </a:lnTo>
                <a:lnTo>
                  <a:pt x="11608679" y="1464884"/>
                </a:lnTo>
                <a:close/>
                <a:moveTo>
                  <a:pt x="11594916" y="1464394"/>
                </a:moveTo>
                <a:lnTo>
                  <a:pt x="11594943" y="1464884"/>
                </a:lnTo>
                <a:lnTo>
                  <a:pt x="11595440" y="1464852"/>
                </a:lnTo>
                <a:lnTo>
                  <a:pt x="11596035" y="1476202"/>
                </a:lnTo>
                <a:cubicBezTo>
                  <a:pt x="11596035" y="1481838"/>
                  <a:pt x="11595976" y="1487460"/>
                  <a:pt x="11594663" y="1493044"/>
                </a:cubicBezTo>
                <a:cubicBezTo>
                  <a:pt x="11594707" y="1524133"/>
                  <a:pt x="11592255" y="1554782"/>
                  <a:pt x="11587195" y="1584794"/>
                </a:cubicBezTo>
                <a:lnTo>
                  <a:pt x="11586657" y="1591418"/>
                </a:lnTo>
                <a:cubicBezTo>
                  <a:pt x="11586488" y="1591423"/>
                  <a:pt x="11586321" y="1591427"/>
                  <a:pt x="11586152" y="1591480"/>
                </a:cubicBezTo>
                <a:cubicBezTo>
                  <a:pt x="11535877" y="1941574"/>
                  <a:pt x="11254837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5" y="2281745"/>
                </a:cubicBezTo>
                <a:cubicBezTo>
                  <a:pt x="10848482" y="2287255"/>
                  <a:pt x="10816603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5" y="2291891"/>
                </a:lnTo>
                <a:cubicBezTo>
                  <a:pt x="10766019" y="2288119"/>
                  <a:pt x="10765992" y="2284333"/>
                  <a:pt x="10765992" y="2280541"/>
                </a:cubicBezTo>
                <a:cubicBezTo>
                  <a:pt x="10765992" y="2274903"/>
                  <a:pt x="10766050" y="2269279"/>
                  <a:pt x="10767363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5" y="2165325"/>
                </a:lnTo>
                <a:cubicBezTo>
                  <a:pt x="10775535" y="2165320"/>
                  <a:pt x="10775704" y="2165315"/>
                  <a:pt x="10775871" y="2165262"/>
                </a:cubicBezTo>
                <a:cubicBezTo>
                  <a:pt x="10826149" y="1815167"/>
                  <a:pt x="11107187" y="1536596"/>
                  <a:pt x="11466037" y="1477664"/>
                </a:cubicBezTo>
                <a:lnTo>
                  <a:pt x="11466153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1" y="1469485"/>
                  <a:pt x="11545443" y="1466527"/>
                  <a:pt x="11577829" y="1466004"/>
                </a:cubicBezTo>
                <a:close/>
                <a:moveTo>
                  <a:pt x="9916552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1" y="1474998"/>
                </a:cubicBezTo>
                <a:cubicBezTo>
                  <a:pt x="10034676" y="1474582"/>
                  <a:pt x="10040005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5" y="2274903"/>
                  <a:pt x="10745475" y="2280541"/>
                </a:cubicBezTo>
                <a:cubicBezTo>
                  <a:pt x="10745475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39" y="2290736"/>
                </a:lnTo>
                <a:cubicBezTo>
                  <a:pt x="10694866" y="2290213"/>
                  <a:pt x="10662985" y="2287255"/>
                  <a:pt x="10631814" y="2281745"/>
                </a:cubicBezTo>
                <a:cubicBezTo>
                  <a:pt x="10626235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8" y="1591427"/>
                  <a:pt x="9924979" y="1591423"/>
                  <a:pt x="9924808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3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6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09" y="1493044"/>
                </a:cubicBezTo>
                <a:cubicBezTo>
                  <a:pt x="9902554" y="1524133"/>
                  <a:pt x="9900103" y="1554782"/>
                  <a:pt x="9895044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3" y="1941574"/>
                  <a:pt x="9562685" y="2220146"/>
                  <a:pt x="9203834" y="2279078"/>
                </a:cubicBezTo>
                <a:lnTo>
                  <a:pt x="9203719" y="2280217"/>
                </a:lnTo>
                <a:cubicBezTo>
                  <a:pt x="9198407" y="2281220"/>
                  <a:pt x="9193079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7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7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1" y="2165320"/>
                  <a:pt x="9083551" y="2165315"/>
                  <a:pt x="9083717" y="2165262"/>
                </a:cubicBezTo>
                <a:cubicBezTo>
                  <a:pt x="9133995" y="1815167"/>
                  <a:pt x="9415035" y="1536596"/>
                  <a:pt x="9773883" y="1477664"/>
                </a:cubicBezTo>
                <a:lnTo>
                  <a:pt x="9774001" y="1476525"/>
                </a:lnTo>
                <a:cubicBezTo>
                  <a:pt x="9779310" y="1475523"/>
                  <a:pt x="9784637" y="1474582"/>
                  <a:pt x="9790214" y="1474998"/>
                </a:cubicBezTo>
                <a:cubicBezTo>
                  <a:pt x="9821397" y="1469485"/>
                  <a:pt x="9853291" y="1466527"/>
                  <a:pt x="9885675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50" y="1474998"/>
                </a:cubicBezTo>
                <a:cubicBezTo>
                  <a:pt x="8342525" y="1474582"/>
                  <a:pt x="8347854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7" y="1815167"/>
                  <a:pt x="9043445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3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9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9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2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9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1" y="1493044"/>
                </a:cubicBezTo>
                <a:cubicBezTo>
                  <a:pt x="8210403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50" y="1591480"/>
                </a:cubicBezTo>
                <a:cubicBezTo>
                  <a:pt x="8151574" y="1941574"/>
                  <a:pt x="7870534" y="2220146"/>
                  <a:pt x="7511683" y="2279078"/>
                </a:cubicBezTo>
                <a:lnTo>
                  <a:pt x="7511568" y="2280217"/>
                </a:lnTo>
                <a:cubicBezTo>
                  <a:pt x="7506256" y="2281220"/>
                  <a:pt x="7500928" y="2282161"/>
                  <a:pt x="7495351" y="2281745"/>
                </a:cubicBezTo>
                <a:cubicBezTo>
                  <a:pt x="7464178" y="2287255"/>
                  <a:pt x="7432299" y="2290213"/>
                  <a:pt x="7399924" y="2290736"/>
                </a:cubicBezTo>
                <a:lnTo>
                  <a:pt x="7382806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4" y="2201969"/>
                  <a:pt x="7390522" y="2171962"/>
                </a:cubicBezTo>
                <a:lnTo>
                  <a:pt x="7391062" y="2165325"/>
                </a:lnTo>
                <a:cubicBezTo>
                  <a:pt x="7391232" y="2165320"/>
                  <a:pt x="7391400" y="2165315"/>
                  <a:pt x="7391568" y="2165262"/>
                </a:cubicBezTo>
                <a:cubicBezTo>
                  <a:pt x="7441844" y="1815167"/>
                  <a:pt x="7722884" y="1536596"/>
                  <a:pt x="8081735" y="1477664"/>
                </a:cubicBezTo>
                <a:lnTo>
                  <a:pt x="8081851" y="1476525"/>
                </a:lnTo>
                <a:cubicBezTo>
                  <a:pt x="8087160" y="1475523"/>
                  <a:pt x="8092486" y="1474582"/>
                  <a:pt x="8098064" y="1474998"/>
                </a:cubicBezTo>
                <a:cubicBezTo>
                  <a:pt x="8129248" y="1469485"/>
                  <a:pt x="8161140" y="1466527"/>
                  <a:pt x="8193524" y="1466004"/>
                </a:cubicBezTo>
                <a:close/>
                <a:moveTo>
                  <a:pt x="6532249" y="1464394"/>
                </a:moveTo>
                <a:lnTo>
                  <a:pt x="6549338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8" y="1815167"/>
                  <a:pt x="7351294" y="2165262"/>
                </a:cubicBezTo>
                <a:cubicBezTo>
                  <a:pt x="7351462" y="2165315"/>
                  <a:pt x="7351632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7" y="2269279"/>
                  <a:pt x="7361174" y="2274903"/>
                  <a:pt x="7361174" y="2280541"/>
                </a:cubicBezTo>
                <a:cubicBezTo>
                  <a:pt x="7361174" y="2284333"/>
                  <a:pt x="7361148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4" y="2287255"/>
                  <a:pt x="7247512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8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1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6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8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4" y="1591418"/>
                </a:lnTo>
                <a:cubicBezTo>
                  <a:pt x="6510033" y="1591423"/>
                  <a:pt x="6509866" y="1591427"/>
                  <a:pt x="6509697" y="1591480"/>
                </a:cubicBezTo>
                <a:cubicBezTo>
                  <a:pt x="6459422" y="1941574"/>
                  <a:pt x="6178384" y="2220146"/>
                  <a:pt x="5819531" y="2279078"/>
                </a:cubicBezTo>
                <a:lnTo>
                  <a:pt x="5819416" y="2280217"/>
                </a:lnTo>
                <a:cubicBezTo>
                  <a:pt x="5814105" y="2281220"/>
                  <a:pt x="5808776" y="2282161"/>
                  <a:pt x="5803200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4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50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6" y="1469485"/>
                  <a:pt x="6468988" y="1466527"/>
                  <a:pt x="6501373" y="1466004"/>
                </a:cubicBezTo>
                <a:close/>
                <a:moveTo>
                  <a:pt x="4840099" y="1464394"/>
                </a:moveTo>
                <a:lnTo>
                  <a:pt x="4857185" y="1466004"/>
                </a:lnTo>
                <a:cubicBezTo>
                  <a:pt x="4889572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60" y="1476525"/>
                </a:cubicBezTo>
                <a:lnTo>
                  <a:pt x="4968976" y="1477664"/>
                </a:lnTo>
                <a:cubicBezTo>
                  <a:pt x="5327827" y="1536596"/>
                  <a:pt x="5608867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5" y="2269279"/>
                  <a:pt x="5669024" y="2274903"/>
                  <a:pt x="5669024" y="2280541"/>
                </a:cubicBezTo>
                <a:cubicBezTo>
                  <a:pt x="5669024" y="2284333"/>
                  <a:pt x="5668996" y="2288119"/>
                  <a:pt x="5668430" y="2291891"/>
                </a:cubicBezTo>
                <a:lnTo>
                  <a:pt x="5667932" y="2291858"/>
                </a:lnTo>
                <a:lnTo>
                  <a:pt x="5667906" y="2292349"/>
                </a:lnTo>
                <a:lnTo>
                  <a:pt x="5650786" y="2290736"/>
                </a:lnTo>
                <a:cubicBezTo>
                  <a:pt x="5618412" y="2290213"/>
                  <a:pt x="5586533" y="2287255"/>
                  <a:pt x="5555360" y="2281745"/>
                </a:cubicBezTo>
                <a:cubicBezTo>
                  <a:pt x="5549783" y="2282161"/>
                  <a:pt x="5544454" y="2281220"/>
                  <a:pt x="5539144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1" y="1493044"/>
                </a:cubicBezTo>
                <a:cubicBezTo>
                  <a:pt x="4839039" y="1487460"/>
                  <a:pt x="4838981" y="1481838"/>
                  <a:pt x="4838981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7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8" y="1493044"/>
                </a:cubicBezTo>
                <a:cubicBezTo>
                  <a:pt x="4826099" y="1524133"/>
                  <a:pt x="4823649" y="1554782"/>
                  <a:pt x="4818591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2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2" y="1477664"/>
                </a:cubicBezTo>
                <a:lnTo>
                  <a:pt x="4697548" y="1476525"/>
                </a:lnTo>
                <a:cubicBezTo>
                  <a:pt x="4702857" y="1475523"/>
                  <a:pt x="4708186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7" y="1021506"/>
                  <a:pt x="11177479" y="1236303"/>
                  <a:pt x="11452668" y="1295446"/>
                </a:cubicBezTo>
                <a:cubicBezTo>
                  <a:pt x="11399393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7" y="750600"/>
                </a:moveTo>
                <a:cubicBezTo>
                  <a:pt x="8634768" y="809743"/>
                  <a:pt x="8419925" y="1024540"/>
                  <a:pt x="8366649" y="1295446"/>
                </a:cubicBezTo>
                <a:cubicBezTo>
                  <a:pt x="8641839" y="1236303"/>
                  <a:pt x="8856682" y="1021506"/>
                  <a:pt x="8909957" y="750600"/>
                </a:cubicBezTo>
                <a:close/>
                <a:moveTo>
                  <a:pt x="7525057" y="750600"/>
                </a:moveTo>
                <a:cubicBezTo>
                  <a:pt x="7578332" y="1021506"/>
                  <a:pt x="7793174" y="1236303"/>
                  <a:pt x="8068366" y="1295446"/>
                </a:cubicBezTo>
                <a:cubicBezTo>
                  <a:pt x="8015091" y="1024540"/>
                  <a:pt x="7800246" y="809743"/>
                  <a:pt x="7525057" y="750600"/>
                </a:cubicBezTo>
                <a:close/>
                <a:moveTo>
                  <a:pt x="7217808" y="750600"/>
                </a:moveTo>
                <a:cubicBezTo>
                  <a:pt x="6942617" y="809743"/>
                  <a:pt x="6727774" y="1024540"/>
                  <a:pt x="6674498" y="1295446"/>
                </a:cubicBezTo>
                <a:cubicBezTo>
                  <a:pt x="6949688" y="1236303"/>
                  <a:pt x="7164532" y="1021506"/>
                  <a:pt x="7217808" y="750600"/>
                </a:cubicBezTo>
                <a:close/>
                <a:moveTo>
                  <a:pt x="5832906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40" y="1024540"/>
                  <a:pt x="6108096" y="809743"/>
                  <a:pt x="5832906" y="750600"/>
                </a:cubicBezTo>
                <a:close/>
                <a:moveTo>
                  <a:pt x="5525657" y="750600"/>
                </a:moveTo>
                <a:cubicBezTo>
                  <a:pt x="5250466" y="809743"/>
                  <a:pt x="5035623" y="1024540"/>
                  <a:pt x="4982347" y="1295446"/>
                </a:cubicBezTo>
                <a:cubicBezTo>
                  <a:pt x="5257538" y="1236303"/>
                  <a:pt x="5472380" y="1021506"/>
                  <a:pt x="5525657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4" y="1236303"/>
                  <a:pt x="4684064" y="1295446"/>
                </a:cubicBezTo>
                <a:cubicBezTo>
                  <a:pt x="4630789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0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1" y="1314911"/>
                  <a:pt x="11914089" y="1397686"/>
                  <a:pt x="11737583" y="1426902"/>
                </a:cubicBezTo>
                <a:lnTo>
                  <a:pt x="11737467" y="1428050"/>
                </a:lnTo>
                <a:cubicBezTo>
                  <a:pt x="11732155" y="1429061"/>
                  <a:pt x="11726827" y="1430009"/>
                  <a:pt x="11721249" y="1429590"/>
                </a:cubicBezTo>
                <a:cubicBezTo>
                  <a:pt x="11690077" y="1435144"/>
                  <a:pt x="11658197" y="1438125"/>
                  <a:pt x="11625821" y="1438652"/>
                </a:cubicBezTo>
                <a:lnTo>
                  <a:pt x="11608703" y="1440278"/>
                </a:lnTo>
                <a:lnTo>
                  <a:pt x="11608679" y="1439783"/>
                </a:lnTo>
                <a:lnTo>
                  <a:pt x="11608179" y="1439816"/>
                </a:lnTo>
                <a:cubicBezTo>
                  <a:pt x="11607612" y="1436014"/>
                  <a:pt x="11607585" y="1432198"/>
                  <a:pt x="11607585" y="1428376"/>
                </a:cubicBezTo>
                <a:cubicBezTo>
                  <a:pt x="11607585" y="1422694"/>
                  <a:pt x="11607645" y="1417025"/>
                  <a:pt x="11608957" y="1411395"/>
                </a:cubicBezTo>
                <a:cubicBezTo>
                  <a:pt x="11608913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1" y="1312243"/>
                  <a:pt x="11617299" y="1312238"/>
                  <a:pt x="11617465" y="1312185"/>
                </a:cubicBezTo>
                <a:cubicBezTo>
                  <a:pt x="11662184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7" y="607392"/>
                </a:lnTo>
                <a:cubicBezTo>
                  <a:pt x="10816584" y="607919"/>
                  <a:pt x="10848477" y="610900"/>
                  <a:pt x="10879661" y="616457"/>
                </a:cubicBezTo>
                <a:cubicBezTo>
                  <a:pt x="10885235" y="616038"/>
                  <a:pt x="10890564" y="616986"/>
                  <a:pt x="10895873" y="617996"/>
                </a:cubicBezTo>
                <a:lnTo>
                  <a:pt x="10895989" y="619144"/>
                </a:lnTo>
                <a:cubicBezTo>
                  <a:pt x="11254841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7" y="1349182"/>
                  <a:pt x="11594708" y="1380067"/>
                  <a:pt x="11594664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4" y="1439816"/>
                </a:cubicBezTo>
                <a:lnTo>
                  <a:pt x="11594944" y="1439783"/>
                </a:lnTo>
                <a:lnTo>
                  <a:pt x="11594917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49" y="1086726"/>
                  <a:pt x="10775875" y="733861"/>
                </a:cubicBezTo>
                <a:cubicBezTo>
                  <a:pt x="10775707" y="733808"/>
                  <a:pt x="10775540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2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1" y="606230"/>
                </a:lnTo>
                <a:lnTo>
                  <a:pt x="10745475" y="617670"/>
                </a:lnTo>
                <a:cubicBezTo>
                  <a:pt x="10745475" y="623351"/>
                  <a:pt x="10745417" y="629018"/>
                  <a:pt x="10744105" y="634646"/>
                </a:cubicBezTo>
                <a:cubicBezTo>
                  <a:pt x="10744148" y="665981"/>
                  <a:pt x="10741698" y="696872"/>
                  <a:pt x="10736638" y="727122"/>
                </a:cubicBezTo>
                <a:lnTo>
                  <a:pt x="10736099" y="733798"/>
                </a:lnTo>
                <a:cubicBezTo>
                  <a:pt x="10735929" y="733803"/>
                  <a:pt x="10735762" y="733808"/>
                  <a:pt x="10735593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1" y="1429061"/>
                  <a:pt x="10034673" y="1430009"/>
                  <a:pt x="10029096" y="1429590"/>
                </a:cubicBezTo>
                <a:cubicBezTo>
                  <a:pt x="9997925" y="1435144"/>
                  <a:pt x="9966044" y="1438125"/>
                  <a:pt x="9933668" y="1438652"/>
                </a:cubicBezTo>
                <a:lnTo>
                  <a:pt x="9916552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3" y="1417025"/>
                  <a:pt x="9916804" y="1411395"/>
                </a:cubicBezTo>
                <a:cubicBezTo>
                  <a:pt x="9916761" y="1380067"/>
                  <a:pt x="9919211" y="1349182"/>
                  <a:pt x="9924269" y="1318938"/>
                </a:cubicBezTo>
                <a:lnTo>
                  <a:pt x="9924808" y="1312248"/>
                </a:lnTo>
                <a:cubicBezTo>
                  <a:pt x="9924977" y="1312243"/>
                  <a:pt x="9925147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3" y="610900"/>
                  <a:pt x="9187507" y="616457"/>
                </a:cubicBezTo>
                <a:cubicBezTo>
                  <a:pt x="9193083" y="616038"/>
                  <a:pt x="9198411" y="616986"/>
                  <a:pt x="9203719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69" y="1312238"/>
                  <a:pt x="9894339" y="1312243"/>
                  <a:pt x="9894508" y="1312248"/>
                </a:cubicBezTo>
                <a:lnTo>
                  <a:pt x="9895047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3" y="1417025"/>
                  <a:pt x="9903884" y="1422694"/>
                  <a:pt x="9903884" y="1428376"/>
                </a:cubicBezTo>
                <a:cubicBezTo>
                  <a:pt x="9903884" y="1432198"/>
                  <a:pt x="9903856" y="1436014"/>
                  <a:pt x="9903291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8" y="1438652"/>
                </a:lnTo>
                <a:cubicBezTo>
                  <a:pt x="9853272" y="1438125"/>
                  <a:pt x="9821391" y="1435144"/>
                  <a:pt x="9790220" y="1429590"/>
                </a:cubicBezTo>
                <a:cubicBezTo>
                  <a:pt x="9784643" y="1430009"/>
                  <a:pt x="9779315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7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3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7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20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10" y="1436014"/>
                  <a:pt x="8223282" y="1432198"/>
                  <a:pt x="8223282" y="1428376"/>
                </a:cubicBezTo>
                <a:cubicBezTo>
                  <a:pt x="8223282" y="1422694"/>
                  <a:pt x="8223342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8" y="1312248"/>
                </a:lnTo>
                <a:cubicBezTo>
                  <a:pt x="8232826" y="1312243"/>
                  <a:pt x="8232996" y="1312238"/>
                  <a:pt x="8233164" y="1312185"/>
                </a:cubicBezTo>
                <a:cubicBezTo>
                  <a:pt x="8283439" y="959319"/>
                  <a:pt x="8564479" y="678542"/>
                  <a:pt x="8923327" y="619144"/>
                </a:cubicBezTo>
                <a:lnTo>
                  <a:pt x="8923445" y="617996"/>
                </a:lnTo>
                <a:cubicBezTo>
                  <a:pt x="8928755" y="616986"/>
                  <a:pt x="8934081" y="616038"/>
                  <a:pt x="8939659" y="616457"/>
                </a:cubicBezTo>
                <a:cubicBezTo>
                  <a:pt x="8970841" y="610900"/>
                  <a:pt x="9002734" y="607919"/>
                  <a:pt x="9035119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4" y="610900"/>
                  <a:pt x="7495356" y="616457"/>
                </a:cubicBezTo>
                <a:cubicBezTo>
                  <a:pt x="7500932" y="616038"/>
                  <a:pt x="7506261" y="616986"/>
                  <a:pt x="7511570" y="617996"/>
                </a:cubicBezTo>
                <a:lnTo>
                  <a:pt x="7511686" y="619144"/>
                </a:lnTo>
                <a:cubicBezTo>
                  <a:pt x="7870536" y="678542"/>
                  <a:pt x="8151576" y="959319"/>
                  <a:pt x="8201852" y="1312185"/>
                </a:cubicBezTo>
                <a:cubicBezTo>
                  <a:pt x="8202020" y="1312238"/>
                  <a:pt x="8202189" y="1312243"/>
                  <a:pt x="8202356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5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2" y="1435144"/>
                  <a:pt x="8098070" y="1429590"/>
                </a:cubicBezTo>
                <a:cubicBezTo>
                  <a:pt x="8092492" y="1430009"/>
                  <a:pt x="8087163" y="1429061"/>
                  <a:pt x="8081854" y="1428050"/>
                </a:cubicBezTo>
                <a:lnTo>
                  <a:pt x="8081737" y="1426902"/>
                </a:lnTo>
                <a:cubicBezTo>
                  <a:pt x="7722885" y="1367503"/>
                  <a:pt x="7441847" y="1086726"/>
                  <a:pt x="7391571" y="733861"/>
                </a:cubicBezTo>
                <a:cubicBezTo>
                  <a:pt x="7391404" y="733808"/>
                  <a:pt x="7391235" y="733803"/>
                  <a:pt x="7391066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1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4" y="606230"/>
                </a:lnTo>
                <a:lnTo>
                  <a:pt x="7382782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30" y="607919"/>
                  <a:pt x="5772021" y="610900"/>
                  <a:pt x="5803206" y="616457"/>
                </a:cubicBezTo>
                <a:cubicBezTo>
                  <a:pt x="5808781" y="616038"/>
                  <a:pt x="5814110" y="616986"/>
                  <a:pt x="5819417" y="617996"/>
                </a:cubicBezTo>
                <a:lnTo>
                  <a:pt x="5819534" y="619144"/>
                </a:lnTo>
                <a:cubicBezTo>
                  <a:pt x="6178386" y="678542"/>
                  <a:pt x="6459424" y="959319"/>
                  <a:pt x="6509700" y="1312185"/>
                </a:cubicBezTo>
                <a:cubicBezTo>
                  <a:pt x="6509869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2" y="1422694"/>
                  <a:pt x="6519582" y="1428376"/>
                </a:cubicBezTo>
                <a:cubicBezTo>
                  <a:pt x="6519582" y="1432198"/>
                  <a:pt x="6519554" y="1436014"/>
                  <a:pt x="6518988" y="1439816"/>
                </a:cubicBezTo>
                <a:lnTo>
                  <a:pt x="6518490" y="1439783"/>
                </a:lnTo>
                <a:lnTo>
                  <a:pt x="6518464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2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8" y="696872"/>
                  <a:pt x="5690866" y="665981"/>
                  <a:pt x="5690909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6" y="605769"/>
                </a:moveTo>
                <a:lnTo>
                  <a:pt x="5667932" y="606263"/>
                </a:lnTo>
                <a:lnTo>
                  <a:pt x="5668430" y="606230"/>
                </a:lnTo>
                <a:lnTo>
                  <a:pt x="5669024" y="617670"/>
                </a:lnTo>
                <a:cubicBezTo>
                  <a:pt x="5669024" y="623351"/>
                  <a:pt x="5668965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10" y="733808"/>
                  <a:pt x="5659142" y="733861"/>
                </a:cubicBezTo>
                <a:cubicBezTo>
                  <a:pt x="5608867" y="1086726"/>
                  <a:pt x="5327827" y="1367503"/>
                  <a:pt x="4968976" y="1426902"/>
                </a:cubicBezTo>
                <a:lnTo>
                  <a:pt x="4968860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9" y="1440278"/>
                </a:lnTo>
                <a:lnTo>
                  <a:pt x="4840072" y="1439783"/>
                </a:lnTo>
                <a:lnTo>
                  <a:pt x="4839574" y="1439816"/>
                </a:lnTo>
                <a:cubicBezTo>
                  <a:pt x="4839007" y="1436014"/>
                  <a:pt x="4838981" y="1432198"/>
                  <a:pt x="4838981" y="1428376"/>
                </a:cubicBezTo>
                <a:cubicBezTo>
                  <a:pt x="4838981" y="1422694"/>
                  <a:pt x="4839039" y="1417025"/>
                  <a:pt x="4840351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6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4" y="617996"/>
                </a:lnTo>
                <a:cubicBezTo>
                  <a:pt x="5544453" y="616986"/>
                  <a:pt x="5549780" y="616038"/>
                  <a:pt x="5555357" y="616457"/>
                </a:cubicBezTo>
                <a:cubicBezTo>
                  <a:pt x="5586540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6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60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1" y="1428050"/>
                </a:cubicBezTo>
                <a:lnTo>
                  <a:pt x="4697435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7" y="629018"/>
                  <a:pt x="7359804" y="634646"/>
                </a:cubicBezTo>
                <a:cubicBezTo>
                  <a:pt x="7359846" y="665981"/>
                  <a:pt x="7357396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1" y="733808"/>
                  <a:pt x="7351294" y="733861"/>
                </a:cubicBezTo>
                <a:cubicBezTo>
                  <a:pt x="7301018" y="1086726"/>
                  <a:pt x="7019978" y="1367503"/>
                  <a:pt x="6661128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5" y="1429590"/>
                </a:cubicBezTo>
                <a:cubicBezTo>
                  <a:pt x="6613622" y="1435144"/>
                  <a:pt x="6581743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6" y="1312243"/>
                  <a:pt x="6540844" y="1312238"/>
                  <a:pt x="6541012" y="1312185"/>
                </a:cubicBezTo>
                <a:cubicBezTo>
                  <a:pt x="6591288" y="959319"/>
                  <a:pt x="6872328" y="678542"/>
                  <a:pt x="7231179" y="619144"/>
                </a:cubicBezTo>
                <a:lnTo>
                  <a:pt x="7231295" y="617996"/>
                </a:lnTo>
                <a:cubicBezTo>
                  <a:pt x="7236604" y="616986"/>
                  <a:pt x="7241932" y="616038"/>
                  <a:pt x="7247508" y="616457"/>
                </a:cubicBezTo>
                <a:cubicBezTo>
                  <a:pt x="7278692" y="610900"/>
                  <a:pt x="7310583" y="607919"/>
                  <a:pt x="7342970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7" y="124006"/>
                  <a:pt x="12059785" y="51396"/>
                  <a:pt x="11969013" y="0"/>
                </a:cubicBezTo>
                <a:close/>
                <a:moveTo>
                  <a:pt x="11640695" y="0"/>
                </a:moveTo>
                <a:lnTo>
                  <a:pt x="11775233" y="0"/>
                </a:lnTo>
                <a:cubicBezTo>
                  <a:pt x="11842228" y="193636"/>
                  <a:pt x="11995971" y="348667"/>
                  <a:pt x="12192000" y="421829"/>
                </a:cubicBezTo>
                <a:lnTo>
                  <a:pt x="12192000" y="553832"/>
                </a:lnTo>
                <a:cubicBezTo>
                  <a:pt x="11924423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9" y="98005"/>
                  <a:pt x="10947209" y="260867"/>
                  <a:pt x="10909359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5" y="299826"/>
                  <a:pt x="11217861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5" y="584920"/>
                </a:cubicBezTo>
                <a:cubicBezTo>
                  <a:pt x="10848482" y="590430"/>
                  <a:pt x="10816603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5" y="595066"/>
                </a:lnTo>
                <a:cubicBezTo>
                  <a:pt x="10766019" y="591293"/>
                  <a:pt x="10765992" y="587507"/>
                  <a:pt x="10765992" y="583715"/>
                </a:cubicBezTo>
                <a:cubicBezTo>
                  <a:pt x="10765992" y="578078"/>
                  <a:pt x="10766050" y="572454"/>
                  <a:pt x="10767363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5" y="468500"/>
                </a:lnTo>
                <a:cubicBezTo>
                  <a:pt x="10775535" y="468495"/>
                  <a:pt x="10775704" y="468490"/>
                  <a:pt x="10775871" y="468437"/>
                </a:cubicBezTo>
                <a:cubicBezTo>
                  <a:pt x="10802175" y="285283"/>
                  <a:pt x="10891635" y="121704"/>
                  <a:pt x="11023379" y="0"/>
                </a:cubicBezTo>
                <a:close/>
                <a:moveTo>
                  <a:pt x="9949554" y="0"/>
                </a:moveTo>
                <a:lnTo>
                  <a:pt x="10083572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7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5" y="578078"/>
                  <a:pt x="10745475" y="583715"/>
                </a:cubicBezTo>
                <a:cubicBezTo>
                  <a:pt x="10745475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39" y="593911"/>
                </a:lnTo>
                <a:cubicBezTo>
                  <a:pt x="10694866" y="593388"/>
                  <a:pt x="10662985" y="590430"/>
                  <a:pt x="10631814" y="584920"/>
                </a:cubicBezTo>
                <a:cubicBezTo>
                  <a:pt x="10626235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4" y="529393"/>
                  <a:pt x="10034333" y="299826"/>
                  <a:pt x="9949554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8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9" y="583392"/>
                </a:lnTo>
                <a:cubicBezTo>
                  <a:pt x="9198407" y="584395"/>
                  <a:pt x="9193079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7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7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1" y="468495"/>
                  <a:pt x="9083551" y="468490"/>
                  <a:pt x="9083717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6" y="0"/>
                </a:moveTo>
                <a:lnTo>
                  <a:pt x="8391421" y="0"/>
                </a:lnTo>
                <a:cubicBezTo>
                  <a:pt x="8469315" y="226290"/>
                  <a:pt x="8665906" y="399791"/>
                  <a:pt x="8909957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1" y="285283"/>
                  <a:pt x="9043445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3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9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6" y="0"/>
                </a:cubicBezTo>
                <a:close/>
                <a:moveTo>
                  <a:pt x="7639075" y="0"/>
                </a:moveTo>
                <a:lnTo>
                  <a:pt x="7847785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8" y="399791"/>
                  <a:pt x="7965697" y="226290"/>
                  <a:pt x="8043592" y="0"/>
                </a:cubicBezTo>
                <a:lnTo>
                  <a:pt x="8177609" y="0"/>
                </a:lnTo>
                <a:cubicBezTo>
                  <a:pt x="8092831" y="299826"/>
                  <a:pt x="7833558" y="529393"/>
                  <a:pt x="7511683" y="582253"/>
                </a:cubicBezTo>
                <a:lnTo>
                  <a:pt x="7511568" y="583392"/>
                </a:lnTo>
                <a:cubicBezTo>
                  <a:pt x="7506256" y="584395"/>
                  <a:pt x="7500928" y="585336"/>
                  <a:pt x="7495351" y="584920"/>
                </a:cubicBezTo>
                <a:cubicBezTo>
                  <a:pt x="7464178" y="590430"/>
                  <a:pt x="7432299" y="593388"/>
                  <a:pt x="7399924" y="593911"/>
                </a:cubicBezTo>
                <a:lnTo>
                  <a:pt x="7382806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4" y="505143"/>
                  <a:pt x="7390522" y="475137"/>
                </a:cubicBezTo>
                <a:lnTo>
                  <a:pt x="7391062" y="468500"/>
                </a:lnTo>
                <a:cubicBezTo>
                  <a:pt x="7391232" y="468495"/>
                  <a:pt x="7391400" y="468490"/>
                  <a:pt x="7391568" y="468437"/>
                </a:cubicBezTo>
                <a:cubicBezTo>
                  <a:pt x="7417870" y="285283"/>
                  <a:pt x="7507332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6" y="399791"/>
                  <a:pt x="7217808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8" y="0"/>
                </a:lnTo>
                <a:cubicBezTo>
                  <a:pt x="7235532" y="121704"/>
                  <a:pt x="7324993" y="285283"/>
                  <a:pt x="7351294" y="468437"/>
                </a:cubicBezTo>
                <a:cubicBezTo>
                  <a:pt x="7351462" y="468490"/>
                  <a:pt x="7351632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7" y="572454"/>
                  <a:pt x="7361174" y="578078"/>
                  <a:pt x="7361174" y="583715"/>
                </a:cubicBezTo>
                <a:cubicBezTo>
                  <a:pt x="7361174" y="587507"/>
                  <a:pt x="7361148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4" y="590430"/>
                  <a:pt x="7247512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5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8" y="0"/>
                </a:lnTo>
                <a:cubicBezTo>
                  <a:pt x="6400680" y="299826"/>
                  <a:pt x="6141408" y="529393"/>
                  <a:pt x="5819531" y="582253"/>
                </a:cubicBezTo>
                <a:lnTo>
                  <a:pt x="5819416" y="583392"/>
                </a:lnTo>
                <a:cubicBezTo>
                  <a:pt x="5814105" y="584395"/>
                  <a:pt x="5808776" y="585336"/>
                  <a:pt x="5803200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4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50" y="468490"/>
                  <a:pt x="5699416" y="468437"/>
                </a:cubicBezTo>
                <a:cubicBezTo>
                  <a:pt x="5725720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6" y="226291"/>
                  <a:pt x="5281605" y="399791"/>
                  <a:pt x="5525657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1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5" y="572454"/>
                  <a:pt x="5669024" y="578078"/>
                  <a:pt x="5669024" y="583715"/>
                </a:cubicBezTo>
                <a:cubicBezTo>
                  <a:pt x="5669024" y="587508"/>
                  <a:pt x="5668996" y="591293"/>
                  <a:pt x="5668430" y="595066"/>
                </a:cubicBezTo>
                <a:lnTo>
                  <a:pt x="5667932" y="595033"/>
                </a:lnTo>
                <a:lnTo>
                  <a:pt x="5667906" y="595524"/>
                </a:lnTo>
                <a:lnTo>
                  <a:pt x="5650786" y="593911"/>
                </a:lnTo>
                <a:cubicBezTo>
                  <a:pt x="5618412" y="593388"/>
                  <a:pt x="5586533" y="590430"/>
                  <a:pt x="5555360" y="584920"/>
                </a:cubicBezTo>
                <a:cubicBezTo>
                  <a:pt x="5549783" y="585336"/>
                  <a:pt x="5544454" y="584395"/>
                  <a:pt x="5539144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3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5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="ctr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/>
            </a:r>
            <a:endParaRPr dirty="0" lang="en-US"/>
          </a:p>
        </p:txBody>
      </p:sp>
      <p:sp>
        <p:nvSpPr>
          <p:cNvPr id="4" name="Google Shape;19;p2">
            <a:extLst>
              <a:ext uri="{CF9C3D5B-E00F-48D0-9BB3-91F82FDED8C3}">
                <a16:creationId xmlns:a16="http://schemas.microsoft.com/office/drawing/2010/main" id="{EC9B503D-FBAC-4D6E-848B-B43370EF6E3E}"/>
              </a:ext>
            </a:extLst>
          </p:cNvPr>
          <p:cNvSpPr/>
          <p:nvPr>
            <p:ph type="title"/>
          </p:nvPr>
        </p:nvSpPr>
        <p:spPr>
          <a:xfrm rot="0">
            <a:off x="457200" y="4960136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dirty="0" lang="en-US" sz="5000"/>
            </a:lvl1pPr>
            <a:lvl2pPr lvl="1">
              <a:spcBef>
                <a:spcPts val="0"/>
              </a:spcBef>
              <a:spcAft>
                <a:spcPts val="0"/>
              </a:spcAft>
              <a:buNone/>
            </a:lvl2pPr>
            <a:lvl3pPr lvl="2">
              <a:spcBef>
                <a:spcPts val="0"/>
              </a:spcBef>
              <a:spcAft>
                <a:spcPts val="0"/>
              </a:spcAft>
              <a:buNone/>
            </a:lvl3pPr>
            <a:lvl4pPr lvl="3">
              <a:spcBef>
                <a:spcPts val="0"/>
              </a:spcBef>
              <a:spcAft>
                <a:spcPts val="0"/>
              </a:spcAft>
              <a:buNone/>
            </a:lvl4pPr>
            <a:lvl5pPr lvl="4">
              <a:spcBef>
                <a:spcPts val="0"/>
              </a:spcBef>
              <a:spcAft>
                <a:spcPts val="0"/>
              </a:spcAft>
              <a:buNone/>
            </a:lvl5pPr>
            <a:lvl6pPr lvl="5">
              <a:spcBef>
                <a:spcPts val="0"/>
              </a:spcBef>
              <a:spcAft>
                <a:spcPts val="0"/>
              </a:spcAft>
              <a:buNone/>
            </a:lvl6pPr>
            <a:lvl7pPr lvl="6">
              <a:spcBef>
                <a:spcPts val="0"/>
              </a:spcBef>
              <a:spcAft>
                <a:spcPts val="0"/>
              </a:spcAft>
              <a:buNone/>
            </a:lvl7pPr>
            <a:lvl8pPr lvl="7">
              <a:spcBef>
                <a:spcPts val="0"/>
              </a:spcBef>
              <a:spcAft>
                <a:spcPts val="0"/>
              </a:spcAft>
              <a:buNone/>
            </a:lvl8pPr>
            <a:lvl9pPr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Google Shape;20;p2">
            <a:extLst>
              <a:ext uri="{42FAD859-B097-474E-A98B-929BC4673312}">
                <a16:creationId xmlns:a16="http://schemas.microsoft.com/office/drawing/2010/main" id="{95E1DCB7-CB3E-4D98-9897-225075C58CE6}"/>
              </a:ext>
            </a:extLst>
          </p:cNvPr>
          <p:cNvSpPr/>
          <p:nvPr>
            <p:ph idx="1" type="subTitle"/>
          </p:nvPr>
        </p:nvSpPr>
        <p:spPr>
          <a:xfrm rot="0">
            <a:off x="8610600" y="4960136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dirty="0" lang="en-US" sz="1800">
                <a:solidFill>
                  <a:srgbClr val="0c0c0c"/>
                </a:solidFill>
              </a:defRPr>
            </a:lvl1pPr>
            <a:lvl2pPr algn="ctr" lvl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dirty="0" lang="en-US" sz="1800"/>
            </a:lvl2pPr>
            <a:lvl3pPr algn="ctr" lvl="2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800"/>
            </a:lvl3pPr>
            <a:lvl4pPr algn="ctr" lvl="3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800"/>
            </a:lvl4pPr>
            <a:lvl5pPr algn="ctr" lvl="4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800"/>
            </a:lvl5pPr>
            <a:lvl6pPr algn="ctr" lvl="5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800"/>
            </a:lvl6pPr>
            <a:lvl7pPr algn="ctr" lvl="6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800"/>
            </a:lvl7pPr>
            <a:lvl8pPr algn="ctr" lvl="7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800"/>
            </a:lvl8pPr>
            <a:lvl9pPr algn="ctr" lvl="8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defRPr dirty="0" lang="en-US" sz="18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Google Shape;21;p2">
            <a:extLst>
              <a:ext uri="{A36B19EE-8B93-41C7-B9D9-942245399D21}">
                <a16:creationId xmlns:a16="http://schemas.microsoft.com/office/drawing/2010/main" id="{21AF2FC1-4EF8-40C7-BDBA-E2A23DE58386}"/>
              </a:ext>
            </a:extLst>
          </p:cNvPr>
          <p:cNvSpPr/>
          <p:nvPr>
            <p:ph idx="10" sz="half" type="dt"/>
          </p:nvPr>
        </p:nvSpPr>
        <p:spPr>
          <a:xfrm rot="0"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Google Shape;22;p2">
            <a:extLst>
              <a:ext uri="{0ACD1BCE-A814-494A-BB55-DF2C415665C0}">
                <a16:creationId xmlns:a16="http://schemas.microsoft.com/office/drawing/2010/main" id="{3E24DE41-02F1-4D78-B90A-7EEE632244F1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8" name="Google Shape;23;p2">
            <a:extLst>
              <a:ext uri="{66E25E5C-F96E-42AC-8267-6AF3D15442C1}">
                <a16:creationId xmlns:a16="http://schemas.microsoft.com/office/drawing/2010/main" id="{A1253283-7781-4AD7-BFC3-D0F7AE32F9A1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indent="0" lvl="0" marL="0">
              <a:spcBef>
                <a:spcPts val="0"/>
              </a:spcBef>
              <a:buNone/>
            </a:lvl1pPr>
            <a:lvl2pPr algn="l" indent="0" lvl="1" marL="0">
              <a:spcBef>
                <a:spcPts val="0"/>
              </a:spcBef>
              <a:buNone/>
            </a:lvl2pPr>
            <a:lvl3pPr algn="l" indent="0" lvl="2" marL="0">
              <a:spcBef>
                <a:spcPts val="0"/>
              </a:spcBef>
              <a:buNone/>
            </a:lvl3pPr>
            <a:lvl4pPr algn="l" indent="0" lvl="3" marL="0">
              <a:spcBef>
                <a:spcPts val="0"/>
              </a:spcBef>
              <a:buNone/>
            </a:lvl4pPr>
            <a:lvl5pPr algn="l" indent="0" lvl="4" marL="0">
              <a:spcBef>
                <a:spcPts val="0"/>
              </a:spcBef>
              <a:buNone/>
            </a:lvl5pPr>
            <a:lvl6pPr algn="l" indent="0" lvl="5" marL="0">
              <a:spcBef>
                <a:spcPts val="0"/>
              </a:spcBef>
              <a:buNone/>
            </a:lvl6pPr>
            <a:lvl7pPr algn="l" indent="0" lvl="6" marL="0">
              <a:spcBef>
                <a:spcPts val="0"/>
              </a:spcBef>
              <a:buNone/>
            </a:lvl7pPr>
            <a:lvl8pPr algn="l" indent="0" lvl="7" marL="0">
              <a:spcBef>
                <a:spcPts val="0"/>
              </a:spcBef>
              <a:buNone/>
            </a:lvl8pPr>
            <a:lvl9pPr algn="l" indent="0" lvl="8" marL="0">
              <a:spcBef>
                <a:spcPts val="0"/>
              </a:spcBef>
              <a:buNone/>
            </a:lvl9pPr>
          </a:lstStyle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43F033CC-439F-46E4-ADA7-3A6D3B97FACA}" type="slidenum"/>
            <a:endParaRPr dirty="0" lang="en-US"/>
          </a:p>
        </p:txBody>
      </p:sp>
      <p:cxnSp>
        <p:nvCxnSpPr>
          <p:cNvPr id="9" name="Google Shape;24;p2">
            <a:extLst>
              <a:ext uri="{895F0946-D735-4536-A4A5-24AF9615FF03}">
                <a16:creationId xmlns:a16="http://schemas.microsoft.com/office/drawing/2010/main" id="{2EBA22ED-FDC0-4428-87C6-D8ED52C9BDBC}"/>
              </a:ext>
            </a:extLst>
          </p:cNvPr>
          <p:cNvCxnSpPr/>
          <p:nvPr/>
        </p:nvCxnSpPr>
        <p:spPr>
          <a:xfrm rot="10800000">
            <a:off x="8386842" y="5264106"/>
            <a:ext cx="0" cy="914400"/>
          </a:xfrm>
          <a:prstGeom prst="line">
            <a:avLst/>
          </a:prstGeom>
          <a:noFill/>
          <a:ln cap="flat" w="19050">
            <a:solidFill>
              <a:srgbClr val="1482ab"/>
            </a:solidFill>
            <a:prstDash val="solid"/>
            <a:round/>
          </a:ln>
        </p:spPr>
      </p:cxnSp>
    </p:spTree>
    <p:extLst>
      <p:ext uri="{6125CBEF-262D-4EBE-A695-BB6C0E058262}">
        <p14:creationId xmlns:p14="http://schemas.microsoft.com/office/powerpoint/2010/main" val="1769061144728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;p3">
            <a:extLst>
              <a:ext uri="{7D40F2A1-1E00-41AE-B7AD-B0A6307823CD}">
                <a16:creationId xmlns:a16="http://schemas.microsoft.com/office/drawing/2010/main" id="{86211D69-19C7-48EB-ABB1-F0FEE9136AAA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lvl="1">
              <a:spcBef>
                <a:spcPts val="0"/>
              </a:spcBef>
              <a:spcAft>
                <a:spcPts val="0"/>
              </a:spcAft>
              <a:buNone/>
            </a:lvl2pPr>
            <a:lvl3pPr lvl="2">
              <a:spcBef>
                <a:spcPts val="0"/>
              </a:spcBef>
              <a:spcAft>
                <a:spcPts val="0"/>
              </a:spcAft>
              <a:buNone/>
            </a:lvl3pPr>
            <a:lvl4pPr lvl="3">
              <a:spcBef>
                <a:spcPts val="0"/>
              </a:spcBef>
              <a:spcAft>
                <a:spcPts val="0"/>
              </a:spcAft>
              <a:buNone/>
            </a:lvl4pPr>
            <a:lvl5pPr lvl="4">
              <a:spcBef>
                <a:spcPts val="0"/>
              </a:spcBef>
              <a:spcAft>
                <a:spcPts val="0"/>
              </a:spcAft>
              <a:buNone/>
            </a:lvl5pPr>
            <a:lvl6pPr lvl="5">
              <a:spcBef>
                <a:spcPts val="0"/>
              </a:spcBef>
              <a:spcAft>
                <a:spcPts val="0"/>
              </a:spcAft>
              <a:buNone/>
            </a:lvl6pPr>
            <a:lvl7pPr lvl="6">
              <a:spcBef>
                <a:spcPts val="0"/>
              </a:spcBef>
              <a:spcAft>
                <a:spcPts val="0"/>
              </a:spcAft>
              <a:buNone/>
            </a:lvl7pPr>
            <a:lvl8pPr lvl="7">
              <a:spcBef>
                <a:spcPts val="0"/>
              </a:spcBef>
              <a:spcAft>
                <a:spcPts val="0"/>
              </a:spcAft>
              <a:buNone/>
            </a:lvl8pPr>
            <a:lvl9pPr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Google Shape;27;p3">
            <a:extLst>
              <a:ext uri="{6FAD286E-E37C-446D-966D-2F9E5AC882BF}">
                <a16:creationId xmlns:a16="http://schemas.microsoft.com/office/drawing/2010/main" id="{59E72D4A-1025-4A19-A485-80E0CF5A6D06}"/>
              </a:ext>
            </a:extLst>
          </p:cNvPr>
          <p:cNvSpPr/>
          <p:nvPr>
            <p:ph idx="1" type="body"/>
          </p:nvPr>
        </p:nvSpPr>
        <p:spPr>
          <a:xfrm rot="0"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>
            <a:lvl1pPr algn="l" indent="-342900" lvl="0" marL="4572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lvl1pPr>
            <a:lvl2pPr algn="l" indent="-342900" lvl="1" marL="91440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🢝"/>
              <a:buSzPct val="100000"/>
            </a:lvl2pPr>
            <a:lvl3pPr algn="l" indent="-3429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3pPr>
            <a:lvl4pPr algn="l" indent="-3429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4pPr>
            <a:lvl5pPr algn="l" indent="-3429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5pPr>
            <a:lvl6pPr algn="l" indent="-3429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6pPr>
            <a:lvl7pPr algn="l" indent="-3429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7pPr>
            <a:lvl8pPr algn="l" indent="-3429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8pPr>
            <a:lvl9pPr algn="l" indent="-342900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har char="🢝"/>
              <a:buSzPct val="100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Google Shape;28;p3">
            <a:extLst>
              <a:ext uri="{29CDA36F-D232-4A6C-BFA7-F1F90AC155B4}">
                <a16:creationId xmlns:a16="http://schemas.microsoft.com/office/drawing/2010/main" id="{66087FFC-C579-4415-8E37-1979D1C725A9}"/>
              </a:ext>
            </a:extLst>
          </p:cNvPr>
          <p:cNvSpPr/>
          <p:nvPr>
            <p:ph idx="10" sz="half" type="dt"/>
          </p:nvPr>
        </p:nvSpPr>
        <p:spPr>
          <a:xfrm rot="0"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Google Shape;29;p3">
            <a:extLst>
              <a:ext uri="{D18422A9-72E1-4E7F-81E5-8B95FDEF510D}">
                <a16:creationId xmlns:a16="http://schemas.microsoft.com/office/drawing/2010/main" id="{91B3B1CD-BC1F-40E0-AFDF-8442E5B29FE6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Google Shape;30;p3">
            <a:extLst>
              <a:ext uri="{E14D747F-F011-4070-8895-18F0FFB50E77}">
                <a16:creationId xmlns:a16="http://schemas.microsoft.com/office/drawing/2010/main" id="{88597325-F4F7-4C0B-A558-F057A6C0CA00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indent="0" lvl="0" marL="0">
              <a:spcBef>
                <a:spcPts val="0"/>
              </a:spcBef>
              <a:buNone/>
            </a:lvl1pPr>
            <a:lvl2pPr algn="l" indent="0" lvl="1" marL="0">
              <a:spcBef>
                <a:spcPts val="0"/>
              </a:spcBef>
              <a:buNone/>
            </a:lvl2pPr>
            <a:lvl3pPr algn="l" indent="0" lvl="2" marL="0">
              <a:spcBef>
                <a:spcPts val="0"/>
              </a:spcBef>
              <a:buNone/>
            </a:lvl3pPr>
            <a:lvl4pPr algn="l" indent="0" lvl="3" marL="0">
              <a:spcBef>
                <a:spcPts val="0"/>
              </a:spcBef>
              <a:buNone/>
            </a:lvl4pPr>
            <a:lvl5pPr algn="l" indent="0" lvl="4" marL="0">
              <a:spcBef>
                <a:spcPts val="0"/>
              </a:spcBef>
              <a:buNone/>
            </a:lvl5pPr>
            <a:lvl6pPr algn="l" indent="0" lvl="5" marL="0">
              <a:spcBef>
                <a:spcPts val="0"/>
              </a:spcBef>
              <a:buNone/>
            </a:lvl6pPr>
            <a:lvl7pPr algn="l" indent="0" lvl="6" marL="0">
              <a:spcBef>
                <a:spcPts val="0"/>
              </a:spcBef>
              <a:buNone/>
            </a:lvl7pPr>
            <a:lvl8pPr algn="l" indent="0" lvl="7" marL="0">
              <a:spcBef>
                <a:spcPts val="0"/>
              </a:spcBef>
              <a:buNone/>
            </a:lvl8pPr>
            <a:lvl9pPr algn="l" indent="0" lvl="8" marL="0">
              <a:spcBef>
                <a:spcPts val="0"/>
              </a:spcBef>
              <a:buNone/>
            </a:lvl9pPr>
          </a:lstStyle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A6DF72E3-A26E-46EC-BBA2-FF9B5BDA4276}" type="slidenum"/>
            <a:endParaRPr dirty="0" lang="en-US"/>
          </a:p>
        </p:txBody>
      </p:sp>
    </p:spTree>
    <p:extLst>
      <p:ext uri="{5D817E90-6F06-4F8F-8D3D-7DB38BA7B136}">
        <p14:creationId xmlns:p14="http://schemas.microsoft.com/office/powerpoint/2010/main" val="1769061144738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false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;p4">
            <a:extLst>
              <a:ext uri="{C0F67F6D-DA85-42F9-BE3E-9223802AC94E}">
                <a16:creationId xmlns:a16="http://schemas.microsoft.com/office/drawing/2010/main" id="{FF337185-75BA-46B2-8E75-3A2DC1714648}"/>
              </a:ext>
            </a:extLst>
          </p:cNvPr>
          <p:cNvSpPr/>
          <p:nvPr/>
        </p:nvSpPr>
        <p:spPr>
          <a:xfrm rot="0">
            <a:off x="0" y="0"/>
            <a:ext cx="12192000" cy="4572001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="ctr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/>
            </a:r>
            <a:endParaRPr dirty="0" lang="en-US"/>
          </a:p>
        </p:txBody>
      </p:sp>
      <p:sp>
        <p:nvSpPr>
          <p:cNvPr id="3" name="Google Shape;33;p4">
            <a:extLst>
              <a:ext uri="{20C5983E-9A75-4B06-B4BC-42314C1B5020}">
                <a16:creationId xmlns:a16="http://schemas.microsoft.com/office/drawing/2010/main" id="{AB35383D-F98A-433A-94B4-17A959DBAF02}"/>
              </a:ext>
            </a:extLst>
          </p:cNvPr>
          <p:cNvSpPr/>
          <p:nvPr/>
        </p:nvSpPr>
        <p:spPr>
          <a:xfrm rot="0">
            <a:off x="-1" y="0"/>
            <a:ext cx="12192000" cy="4572001"/>
          </a:xfrm>
          <a:custGeom>
            <a:avLst/>
            <a:gdLst/>
            <a:ahLst/>
            <a:cxnLst/>
            <a:rect b="b" l="0" r="r" t="0"/>
            <a:pathLst>
              <a:path h="4572001" w="12192000">
                <a:moveTo>
                  <a:pt x="12192000" y="4387987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9" y="4460004"/>
                  <a:pt x="12192000" y="4387987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8" y="4244658"/>
                  <a:pt x="11857228" y="4389538"/>
                  <a:pt x="11786673" y="4572001"/>
                </a:cubicBezTo>
                <a:lnTo>
                  <a:pt x="11649784" y="4572001"/>
                </a:lnTo>
                <a:cubicBezTo>
                  <a:pt x="11730543" y="4320085"/>
                  <a:pt x="11933880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7" y="4001042"/>
                </a:lnTo>
                <a:cubicBezTo>
                  <a:pt x="10816584" y="4001569"/>
                  <a:pt x="10848477" y="4004550"/>
                  <a:pt x="10879661" y="4010107"/>
                </a:cubicBezTo>
                <a:cubicBezTo>
                  <a:pt x="10885235" y="4009688"/>
                  <a:pt x="10890564" y="4010636"/>
                  <a:pt x="10895873" y="4011646"/>
                </a:cubicBezTo>
                <a:lnTo>
                  <a:pt x="10895989" y="4012794"/>
                </a:lnTo>
                <a:cubicBezTo>
                  <a:pt x="11208069" y="4064450"/>
                  <a:pt x="11461299" y="4283539"/>
                  <a:pt x="11554663" y="4572001"/>
                </a:cubicBezTo>
                <a:lnTo>
                  <a:pt x="11417113" y="4572001"/>
                </a:lnTo>
                <a:cubicBezTo>
                  <a:pt x="11333732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3" y="4572001"/>
                </a:lnTo>
                <a:cubicBezTo>
                  <a:pt x="10878802" y="4452596"/>
                  <a:pt x="10800239" y="4298519"/>
                  <a:pt x="10775875" y="4127511"/>
                </a:cubicBezTo>
                <a:cubicBezTo>
                  <a:pt x="10775707" y="4127458"/>
                  <a:pt x="10775540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2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1" y="3999880"/>
                </a:lnTo>
                <a:lnTo>
                  <a:pt x="10745475" y="4011320"/>
                </a:lnTo>
                <a:cubicBezTo>
                  <a:pt x="10745475" y="4017001"/>
                  <a:pt x="10745417" y="4022668"/>
                  <a:pt x="10744105" y="4028296"/>
                </a:cubicBezTo>
                <a:cubicBezTo>
                  <a:pt x="10744148" y="4059631"/>
                  <a:pt x="10741698" y="4090522"/>
                  <a:pt x="10736638" y="4120772"/>
                </a:cubicBezTo>
                <a:lnTo>
                  <a:pt x="10736099" y="4127448"/>
                </a:lnTo>
                <a:cubicBezTo>
                  <a:pt x="10735929" y="4127453"/>
                  <a:pt x="10735762" y="4127458"/>
                  <a:pt x="10735593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5" y="4572001"/>
                </a:lnTo>
                <a:cubicBezTo>
                  <a:pt x="10465393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9" y="4572001"/>
                </a:lnTo>
                <a:cubicBezTo>
                  <a:pt x="10050171" y="4283539"/>
                  <a:pt x="10303399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3" y="4004550"/>
                  <a:pt x="9187507" y="4010107"/>
                </a:cubicBezTo>
                <a:cubicBezTo>
                  <a:pt x="9193083" y="4009688"/>
                  <a:pt x="9198411" y="4010636"/>
                  <a:pt x="9203719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7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5" y="4471530"/>
                  <a:pt x="9497021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7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3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7" y="4298519"/>
                  <a:pt x="8940516" y="4452596"/>
                  <a:pt x="8824385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7" y="4144250"/>
                </a:cubicBezTo>
                <a:cubicBezTo>
                  <a:pt x="8675957" y="4194541"/>
                  <a:pt x="8485587" y="4357380"/>
                  <a:pt x="8402203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7" y="4012794"/>
                </a:cubicBezTo>
                <a:lnTo>
                  <a:pt x="8923445" y="4011646"/>
                </a:lnTo>
                <a:cubicBezTo>
                  <a:pt x="8928755" y="4010636"/>
                  <a:pt x="8934081" y="4009688"/>
                  <a:pt x="8939659" y="4010107"/>
                </a:cubicBezTo>
                <a:cubicBezTo>
                  <a:pt x="8970841" y="4004550"/>
                  <a:pt x="9002734" y="4001569"/>
                  <a:pt x="9035119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4" y="4004550"/>
                  <a:pt x="7495356" y="4010107"/>
                </a:cubicBezTo>
                <a:cubicBezTo>
                  <a:pt x="7500932" y="4009688"/>
                  <a:pt x="7506261" y="4010636"/>
                  <a:pt x="7511570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10" y="4572001"/>
                </a:lnTo>
                <a:cubicBezTo>
                  <a:pt x="7949426" y="4357380"/>
                  <a:pt x="7759058" y="4194541"/>
                  <a:pt x="7525057" y="4144250"/>
                </a:cubicBezTo>
                <a:cubicBezTo>
                  <a:pt x="7559550" y="4319650"/>
                  <a:pt x="7661774" y="4471530"/>
                  <a:pt x="7804870" y="4572001"/>
                </a:cubicBezTo>
                <a:lnTo>
                  <a:pt x="7610630" y="4572001"/>
                </a:lnTo>
                <a:cubicBezTo>
                  <a:pt x="7494499" y="4452596"/>
                  <a:pt x="7415936" y="4298519"/>
                  <a:pt x="7391571" y="4127511"/>
                </a:cubicBezTo>
                <a:cubicBezTo>
                  <a:pt x="7391404" y="4127458"/>
                  <a:pt x="7391235" y="4127453"/>
                  <a:pt x="7391066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1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4" y="3999880"/>
                </a:lnTo>
                <a:lnTo>
                  <a:pt x="7382782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4" y="4028296"/>
                </a:cubicBezTo>
                <a:cubicBezTo>
                  <a:pt x="7359845" y="4059631"/>
                  <a:pt x="7357396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1" y="4127458"/>
                  <a:pt x="7351292" y="4127511"/>
                </a:cubicBezTo>
                <a:cubicBezTo>
                  <a:pt x="7326928" y="4298519"/>
                  <a:pt x="7248364" y="4452596"/>
                  <a:pt x="7132234" y="4572001"/>
                </a:cubicBezTo>
                <a:lnTo>
                  <a:pt x="6937992" y="4572001"/>
                </a:lnTo>
                <a:cubicBezTo>
                  <a:pt x="7081090" y="4471530"/>
                  <a:pt x="7183314" y="4319650"/>
                  <a:pt x="7217808" y="4144250"/>
                </a:cubicBezTo>
                <a:cubicBezTo>
                  <a:pt x="6983804" y="4194541"/>
                  <a:pt x="6793436" y="4357380"/>
                  <a:pt x="6710054" y="4572001"/>
                </a:cubicBezTo>
                <a:lnTo>
                  <a:pt x="6572506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4" y="4010636"/>
                  <a:pt x="7241932" y="4009688"/>
                  <a:pt x="7247508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30" y="4001569"/>
                  <a:pt x="5772021" y="4004550"/>
                  <a:pt x="5803206" y="4010107"/>
                </a:cubicBezTo>
                <a:cubicBezTo>
                  <a:pt x="5808781" y="4009688"/>
                  <a:pt x="5814110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6" y="4357380"/>
                  <a:pt x="6066908" y="4194541"/>
                  <a:pt x="5832906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5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8" y="4090522"/>
                  <a:pt x="5690866" y="4059631"/>
                  <a:pt x="5690909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6" y="3999419"/>
                </a:moveTo>
                <a:lnTo>
                  <a:pt x="5667932" y="3999913"/>
                </a:lnTo>
                <a:lnTo>
                  <a:pt x="5668430" y="3999880"/>
                </a:lnTo>
                <a:lnTo>
                  <a:pt x="5669024" y="4011320"/>
                </a:lnTo>
                <a:cubicBezTo>
                  <a:pt x="5669024" y="4017001"/>
                  <a:pt x="5668965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10" y="4127458"/>
                  <a:pt x="5659142" y="4127511"/>
                </a:cubicBezTo>
                <a:cubicBezTo>
                  <a:pt x="5634776" y="4298519"/>
                  <a:pt x="5556214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3" y="4319651"/>
                  <a:pt x="5525657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5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4" y="4011646"/>
                </a:lnTo>
                <a:cubicBezTo>
                  <a:pt x="5544453" y="4010636"/>
                  <a:pt x="5549780" y="4009688"/>
                  <a:pt x="5555357" y="4010107"/>
                </a:cubicBezTo>
                <a:cubicBezTo>
                  <a:pt x="5586540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2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4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9" y="3845480"/>
                </a:cubicBezTo>
                <a:cubicBezTo>
                  <a:pt x="11184547" y="3786801"/>
                  <a:pt x="11399392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3" y="3304913"/>
                </a:moveTo>
                <a:cubicBezTo>
                  <a:pt x="9485325" y="3363591"/>
                  <a:pt x="9270479" y="3576701"/>
                  <a:pt x="9217205" y="3845480"/>
                </a:cubicBezTo>
                <a:cubicBezTo>
                  <a:pt x="9492395" y="3786801"/>
                  <a:pt x="9707238" y="3573691"/>
                  <a:pt x="9760513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7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4" y="3304913"/>
                </a:moveTo>
                <a:cubicBezTo>
                  <a:pt x="7793174" y="3363591"/>
                  <a:pt x="7578330" y="3576701"/>
                  <a:pt x="7525054" y="3845480"/>
                </a:cubicBezTo>
                <a:cubicBezTo>
                  <a:pt x="7800244" y="3786801"/>
                  <a:pt x="8015087" y="3573691"/>
                  <a:pt x="8068364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8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7" y="3845480"/>
                </a:cubicBezTo>
                <a:cubicBezTo>
                  <a:pt x="5472381" y="3576701"/>
                  <a:pt x="5257538" y="3363591"/>
                  <a:pt x="4982347" y="3304913"/>
                </a:cubicBezTo>
                <a:close/>
                <a:moveTo>
                  <a:pt x="4684062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2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3" y="3161219"/>
                </a:moveTo>
                <a:lnTo>
                  <a:pt x="11625792" y="3162829"/>
                </a:lnTo>
                <a:cubicBezTo>
                  <a:pt x="11658177" y="3163352"/>
                  <a:pt x="11690071" y="3166310"/>
                  <a:pt x="11721252" y="3171823"/>
                </a:cubicBezTo>
                <a:cubicBezTo>
                  <a:pt x="11726829" y="3171407"/>
                  <a:pt x="11732157" y="3172348"/>
                  <a:pt x="11737467" y="3173350"/>
                </a:cubicBezTo>
                <a:lnTo>
                  <a:pt x="11737584" y="3174489"/>
                </a:lnTo>
                <a:cubicBezTo>
                  <a:pt x="11914088" y="3203476"/>
                  <a:pt x="12071768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1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4" y="3599697"/>
                  <a:pt x="11617468" y="3288305"/>
                </a:cubicBezTo>
                <a:cubicBezTo>
                  <a:pt x="11617300" y="3288253"/>
                  <a:pt x="11617132" y="3288248"/>
                  <a:pt x="11616961" y="3288243"/>
                </a:cubicBezTo>
                <a:lnTo>
                  <a:pt x="11616424" y="3281619"/>
                </a:lnTo>
                <a:cubicBezTo>
                  <a:pt x="11611365" y="3251607"/>
                  <a:pt x="11608913" y="3220958"/>
                  <a:pt x="11608957" y="3189869"/>
                </a:cubicBezTo>
                <a:cubicBezTo>
                  <a:pt x="11607645" y="3184286"/>
                  <a:pt x="11607585" y="3178663"/>
                  <a:pt x="11607585" y="3173027"/>
                </a:cubicBezTo>
                <a:lnTo>
                  <a:pt x="11608180" y="3161677"/>
                </a:lnTo>
                <a:lnTo>
                  <a:pt x="11608679" y="3161709"/>
                </a:lnTo>
                <a:close/>
                <a:moveTo>
                  <a:pt x="11594916" y="3161219"/>
                </a:moveTo>
                <a:lnTo>
                  <a:pt x="11594943" y="3161709"/>
                </a:lnTo>
                <a:lnTo>
                  <a:pt x="11595440" y="3161677"/>
                </a:lnTo>
                <a:lnTo>
                  <a:pt x="11596035" y="3173027"/>
                </a:lnTo>
                <a:cubicBezTo>
                  <a:pt x="11596035" y="3178663"/>
                  <a:pt x="11595976" y="3184286"/>
                  <a:pt x="11594663" y="3189869"/>
                </a:cubicBezTo>
                <a:cubicBezTo>
                  <a:pt x="11594707" y="3220958"/>
                  <a:pt x="11592255" y="3251607"/>
                  <a:pt x="11587195" y="3281619"/>
                </a:cubicBezTo>
                <a:lnTo>
                  <a:pt x="11586657" y="3288243"/>
                </a:lnTo>
                <a:cubicBezTo>
                  <a:pt x="11586488" y="3288248"/>
                  <a:pt x="11586321" y="3288253"/>
                  <a:pt x="11586152" y="3288305"/>
                </a:cubicBezTo>
                <a:cubicBezTo>
                  <a:pt x="11535877" y="3638399"/>
                  <a:pt x="11254837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5" y="3978570"/>
                </a:cubicBezTo>
                <a:cubicBezTo>
                  <a:pt x="10848482" y="3984080"/>
                  <a:pt x="10816603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5" y="3988716"/>
                </a:lnTo>
                <a:cubicBezTo>
                  <a:pt x="10766019" y="3984944"/>
                  <a:pt x="10765992" y="3981158"/>
                  <a:pt x="10765992" y="3977366"/>
                </a:cubicBezTo>
                <a:cubicBezTo>
                  <a:pt x="10765992" y="3971728"/>
                  <a:pt x="10766050" y="3966104"/>
                  <a:pt x="10767363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5" y="3862150"/>
                </a:lnTo>
                <a:cubicBezTo>
                  <a:pt x="10775535" y="3862145"/>
                  <a:pt x="10775704" y="3862140"/>
                  <a:pt x="10775871" y="3862087"/>
                </a:cubicBezTo>
                <a:cubicBezTo>
                  <a:pt x="10826149" y="3511992"/>
                  <a:pt x="11107187" y="3233421"/>
                  <a:pt x="11466037" y="3174489"/>
                </a:cubicBezTo>
                <a:lnTo>
                  <a:pt x="11466153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1" y="3166310"/>
                  <a:pt x="11545443" y="3163352"/>
                  <a:pt x="11577829" y="3162829"/>
                </a:cubicBezTo>
                <a:close/>
                <a:moveTo>
                  <a:pt x="9916552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1" y="3171823"/>
                </a:cubicBezTo>
                <a:cubicBezTo>
                  <a:pt x="10034676" y="3171407"/>
                  <a:pt x="10040005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5" y="3971728"/>
                  <a:pt x="10745475" y="3977366"/>
                </a:cubicBezTo>
                <a:cubicBezTo>
                  <a:pt x="10745475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39" y="3987561"/>
                </a:lnTo>
                <a:cubicBezTo>
                  <a:pt x="10694866" y="3987038"/>
                  <a:pt x="10662985" y="3984080"/>
                  <a:pt x="10631814" y="3978570"/>
                </a:cubicBezTo>
                <a:cubicBezTo>
                  <a:pt x="10626235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8" y="3288253"/>
                  <a:pt x="9924979" y="3288248"/>
                  <a:pt x="9924808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3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6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09" y="3189869"/>
                </a:cubicBezTo>
                <a:cubicBezTo>
                  <a:pt x="9902554" y="3220958"/>
                  <a:pt x="9900103" y="3251607"/>
                  <a:pt x="9895044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3" y="3638399"/>
                  <a:pt x="9562685" y="3916971"/>
                  <a:pt x="9203834" y="3975903"/>
                </a:cubicBezTo>
                <a:lnTo>
                  <a:pt x="9203719" y="3977042"/>
                </a:lnTo>
                <a:cubicBezTo>
                  <a:pt x="9198407" y="3978045"/>
                  <a:pt x="9193079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7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7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1" y="3862145"/>
                  <a:pt x="9083551" y="3862140"/>
                  <a:pt x="9083717" y="3862087"/>
                </a:cubicBezTo>
                <a:cubicBezTo>
                  <a:pt x="9133995" y="3511992"/>
                  <a:pt x="9415035" y="3233421"/>
                  <a:pt x="9773883" y="3174489"/>
                </a:cubicBezTo>
                <a:lnTo>
                  <a:pt x="9774001" y="3173350"/>
                </a:lnTo>
                <a:cubicBezTo>
                  <a:pt x="9779310" y="3172348"/>
                  <a:pt x="9784637" y="3171407"/>
                  <a:pt x="9790214" y="3171823"/>
                </a:cubicBezTo>
                <a:cubicBezTo>
                  <a:pt x="9821397" y="3166310"/>
                  <a:pt x="9853291" y="3163352"/>
                  <a:pt x="9885675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50" y="3171823"/>
                </a:cubicBezTo>
                <a:cubicBezTo>
                  <a:pt x="8342525" y="3171407"/>
                  <a:pt x="8347854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7" y="3511992"/>
                  <a:pt x="9043445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3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9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9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2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9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1" y="3189869"/>
                </a:cubicBezTo>
                <a:cubicBezTo>
                  <a:pt x="8210403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50" y="3288305"/>
                </a:cubicBezTo>
                <a:cubicBezTo>
                  <a:pt x="8151574" y="3638399"/>
                  <a:pt x="7870534" y="3916971"/>
                  <a:pt x="7511683" y="3975903"/>
                </a:cubicBezTo>
                <a:lnTo>
                  <a:pt x="7511568" y="3977042"/>
                </a:lnTo>
                <a:cubicBezTo>
                  <a:pt x="7506256" y="3978045"/>
                  <a:pt x="7500928" y="3978986"/>
                  <a:pt x="7495351" y="3978570"/>
                </a:cubicBezTo>
                <a:cubicBezTo>
                  <a:pt x="7464178" y="3984080"/>
                  <a:pt x="7432299" y="3987038"/>
                  <a:pt x="7399924" y="3987561"/>
                </a:cubicBezTo>
                <a:lnTo>
                  <a:pt x="7382806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4" y="3898794"/>
                  <a:pt x="7390522" y="3868787"/>
                </a:cubicBezTo>
                <a:lnTo>
                  <a:pt x="7391062" y="3862150"/>
                </a:lnTo>
                <a:cubicBezTo>
                  <a:pt x="7391232" y="3862145"/>
                  <a:pt x="7391400" y="3862140"/>
                  <a:pt x="7391568" y="3862087"/>
                </a:cubicBezTo>
                <a:cubicBezTo>
                  <a:pt x="7441844" y="3511992"/>
                  <a:pt x="7722884" y="3233421"/>
                  <a:pt x="8081735" y="3174489"/>
                </a:cubicBezTo>
                <a:lnTo>
                  <a:pt x="8081851" y="3173350"/>
                </a:lnTo>
                <a:cubicBezTo>
                  <a:pt x="8087160" y="3172348"/>
                  <a:pt x="8092486" y="3171407"/>
                  <a:pt x="8098064" y="3171823"/>
                </a:cubicBezTo>
                <a:cubicBezTo>
                  <a:pt x="8129248" y="3166310"/>
                  <a:pt x="8161140" y="3163352"/>
                  <a:pt x="8193524" y="3162829"/>
                </a:cubicBezTo>
                <a:close/>
                <a:moveTo>
                  <a:pt x="6532249" y="3161219"/>
                </a:moveTo>
                <a:lnTo>
                  <a:pt x="6549338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8" y="3511992"/>
                  <a:pt x="7351294" y="3862087"/>
                </a:cubicBezTo>
                <a:cubicBezTo>
                  <a:pt x="7351462" y="3862140"/>
                  <a:pt x="7351632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7" y="3966104"/>
                  <a:pt x="7361174" y="3971728"/>
                  <a:pt x="7361174" y="3977366"/>
                </a:cubicBezTo>
                <a:cubicBezTo>
                  <a:pt x="7361174" y="3981158"/>
                  <a:pt x="7361148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4" y="3984080"/>
                  <a:pt x="7247512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8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1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6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8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4" y="3288243"/>
                </a:lnTo>
                <a:cubicBezTo>
                  <a:pt x="6510033" y="3288248"/>
                  <a:pt x="6509866" y="3288253"/>
                  <a:pt x="6509697" y="3288305"/>
                </a:cubicBezTo>
                <a:cubicBezTo>
                  <a:pt x="6459422" y="3638399"/>
                  <a:pt x="6178384" y="3916971"/>
                  <a:pt x="5819531" y="3975903"/>
                </a:cubicBezTo>
                <a:lnTo>
                  <a:pt x="5819416" y="3977042"/>
                </a:lnTo>
                <a:cubicBezTo>
                  <a:pt x="5814105" y="3978045"/>
                  <a:pt x="5808776" y="3978986"/>
                  <a:pt x="5803200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4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50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6" y="3166310"/>
                  <a:pt x="6468988" y="3163352"/>
                  <a:pt x="6501373" y="3162829"/>
                </a:cubicBezTo>
                <a:close/>
                <a:moveTo>
                  <a:pt x="4840099" y="3161219"/>
                </a:moveTo>
                <a:lnTo>
                  <a:pt x="4857185" y="3162829"/>
                </a:lnTo>
                <a:cubicBezTo>
                  <a:pt x="4889572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60" y="3173350"/>
                </a:cubicBezTo>
                <a:lnTo>
                  <a:pt x="4968976" y="3174489"/>
                </a:lnTo>
                <a:cubicBezTo>
                  <a:pt x="5327827" y="3233421"/>
                  <a:pt x="5608867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5" y="3966104"/>
                  <a:pt x="5669024" y="3971728"/>
                  <a:pt x="5669024" y="3977366"/>
                </a:cubicBezTo>
                <a:cubicBezTo>
                  <a:pt x="5669024" y="3981158"/>
                  <a:pt x="5668996" y="3984944"/>
                  <a:pt x="5668430" y="3988716"/>
                </a:cubicBezTo>
                <a:lnTo>
                  <a:pt x="5667932" y="3988683"/>
                </a:lnTo>
                <a:lnTo>
                  <a:pt x="5667906" y="3989174"/>
                </a:lnTo>
                <a:lnTo>
                  <a:pt x="5650786" y="3987561"/>
                </a:lnTo>
                <a:cubicBezTo>
                  <a:pt x="5618412" y="3987038"/>
                  <a:pt x="5586533" y="3984080"/>
                  <a:pt x="5555360" y="3978570"/>
                </a:cubicBezTo>
                <a:cubicBezTo>
                  <a:pt x="5549783" y="3978986"/>
                  <a:pt x="5544454" y="3978045"/>
                  <a:pt x="5539144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1" y="3189869"/>
                </a:cubicBezTo>
                <a:cubicBezTo>
                  <a:pt x="4839039" y="3184286"/>
                  <a:pt x="4838981" y="3178663"/>
                  <a:pt x="4838981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7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8" y="3189869"/>
                </a:cubicBezTo>
                <a:cubicBezTo>
                  <a:pt x="4826099" y="3220958"/>
                  <a:pt x="4823649" y="3251607"/>
                  <a:pt x="4818591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2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2" y="3174489"/>
                </a:cubicBezTo>
                <a:lnTo>
                  <a:pt x="4697548" y="3173350"/>
                </a:lnTo>
                <a:cubicBezTo>
                  <a:pt x="4702857" y="3172348"/>
                  <a:pt x="4708186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7" y="2718331"/>
                  <a:pt x="11177479" y="2933128"/>
                  <a:pt x="11452668" y="2992271"/>
                </a:cubicBezTo>
                <a:cubicBezTo>
                  <a:pt x="11399393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7" y="2447425"/>
                </a:moveTo>
                <a:cubicBezTo>
                  <a:pt x="8634768" y="2506568"/>
                  <a:pt x="8419925" y="2721365"/>
                  <a:pt x="8366649" y="2992271"/>
                </a:cubicBezTo>
                <a:cubicBezTo>
                  <a:pt x="8641839" y="2933128"/>
                  <a:pt x="8856682" y="2718331"/>
                  <a:pt x="8909957" y="2447425"/>
                </a:cubicBezTo>
                <a:close/>
                <a:moveTo>
                  <a:pt x="7525057" y="2447425"/>
                </a:moveTo>
                <a:cubicBezTo>
                  <a:pt x="7578332" y="2718331"/>
                  <a:pt x="7793174" y="2933128"/>
                  <a:pt x="8068366" y="2992271"/>
                </a:cubicBezTo>
                <a:cubicBezTo>
                  <a:pt x="8015091" y="2721365"/>
                  <a:pt x="7800246" y="2506568"/>
                  <a:pt x="7525057" y="2447425"/>
                </a:cubicBezTo>
                <a:close/>
                <a:moveTo>
                  <a:pt x="7217808" y="2447425"/>
                </a:moveTo>
                <a:cubicBezTo>
                  <a:pt x="6942617" y="2506568"/>
                  <a:pt x="6727774" y="2721365"/>
                  <a:pt x="6674498" y="2992271"/>
                </a:cubicBezTo>
                <a:cubicBezTo>
                  <a:pt x="6949688" y="2933128"/>
                  <a:pt x="7164532" y="2718331"/>
                  <a:pt x="7217808" y="2447425"/>
                </a:cubicBezTo>
                <a:close/>
                <a:moveTo>
                  <a:pt x="5832906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40" y="2721365"/>
                  <a:pt x="6108096" y="2506568"/>
                  <a:pt x="5832906" y="2447425"/>
                </a:cubicBezTo>
                <a:close/>
                <a:moveTo>
                  <a:pt x="5525657" y="2447425"/>
                </a:moveTo>
                <a:cubicBezTo>
                  <a:pt x="5250466" y="2506568"/>
                  <a:pt x="5035623" y="2721365"/>
                  <a:pt x="4982347" y="2992271"/>
                </a:cubicBezTo>
                <a:cubicBezTo>
                  <a:pt x="5257538" y="2933128"/>
                  <a:pt x="5472380" y="2718331"/>
                  <a:pt x="5525657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4" y="2933128"/>
                  <a:pt x="4684064" y="2992271"/>
                </a:cubicBezTo>
                <a:cubicBezTo>
                  <a:pt x="4630789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0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1" y="3011736"/>
                  <a:pt x="11914089" y="3094511"/>
                  <a:pt x="11737583" y="3123727"/>
                </a:cubicBezTo>
                <a:lnTo>
                  <a:pt x="11737467" y="3124875"/>
                </a:lnTo>
                <a:cubicBezTo>
                  <a:pt x="11732155" y="3125886"/>
                  <a:pt x="11726827" y="3126834"/>
                  <a:pt x="11721249" y="3126415"/>
                </a:cubicBezTo>
                <a:cubicBezTo>
                  <a:pt x="11690077" y="3131969"/>
                  <a:pt x="11658197" y="3134950"/>
                  <a:pt x="11625821" y="3135477"/>
                </a:cubicBezTo>
                <a:lnTo>
                  <a:pt x="11608703" y="3137103"/>
                </a:lnTo>
                <a:lnTo>
                  <a:pt x="11608679" y="3136608"/>
                </a:lnTo>
                <a:lnTo>
                  <a:pt x="11608179" y="3136641"/>
                </a:lnTo>
                <a:cubicBezTo>
                  <a:pt x="11607612" y="3132839"/>
                  <a:pt x="11607585" y="3129023"/>
                  <a:pt x="11607585" y="3125201"/>
                </a:cubicBezTo>
                <a:cubicBezTo>
                  <a:pt x="11607585" y="3119519"/>
                  <a:pt x="11607645" y="3113850"/>
                  <a:pt x="11608957" y="3108220"/>
                </a:cubicBezTo>
                <a:cubicBezTo>
                  <a:pt x="11608913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1" y="3009068"/>
                  <a:pt x="11617299" y="3009063"/>
                  <a:pt x="11617465" y="3009010"/>
                </a:cubicBezTo>
                <a:cubicBezTo>
                  <a:pt x="11662184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7" y="2304217"/>
                </a:lnTo>
                <a:cubicBezTo>
                  <a:pt x="10816584" y="2304744"/>
                  <a:pt x="10848477" y="2307725"/>
                  <a:pt x="10879661" y="2313282"/>
                </a:cubicBezTo>
                <a:cubicBezTo>
                  <a:pt x="10885235" y="2312863"/>
                  <a:pt x="10890564" y="2313811"/>
                  <a:pt x="10895873" y="2314821"/>
                </a:cubicBezTo>
                <a:lnTo>
                  <a:pt x="10895989" y="2315969"/>
                </a:lnTo>
                <a:cubicBezTo>
                  <a:pt x="11254841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7" y="3046007"/>
                  <a:pt x="11594708" y="3076892"/>
                  <a:pt x="11594664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4" y="3136641"/>
                </a:cubicBezTo>
                <a:lnTo>
                  <a:pt x="11594944" y="3136608"/>
                </a:lnTo>
                <a:lnTo>
                  <a:pt x="11594917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49" y="2783551"/>
                  <a:pt x="10775875" y="2430686"/>
                </a:cubicBezTo>
                <a:cubicBezTo>
                  <a:pt x="10775707" y="2430633"/>
                  <a:pt x="10775540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2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1" y="2303055"/>
                </a:lnTo>
                <a:lnTo>
                  <a:pt x="10745475" y="2314495"/>
                </a:lnTo>
                <a:cubicBezTo>
                  <a:pt x="10745475" y="2320176"/>
                  <a:pt x="10745417" y="2325843"/>
                  <a:pt x="10744105" y="2331471"/>
                </a:cubicBezTo>
                <a:cubicBezTo>
                  <a:pt x="10744148" y="2362806"/>
                  <a:pt x="10741698" y="2393697"/>
                  <a:pt x="10736638" y="2423947"/>
                </a:cubicBezTo>
                <a:lnTo>
                  <a:pt x="10736099" y="2430623"/>
                </a:lnTo>
                <a:cubicBezTo>
                  <a:pt x="10735929" y="2430628"/>
                  <a:pt x="10735762" y="2430633"/>
                  <a:pt x="10735593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1" y="3125886"/>
                  <a:pt x="10034673" y="3126834"/>
                  <a:pt x="10029096" y="3126415"/>
                </a:cubicBezTo>
                <a:cubicBezTo>
                  <a:pt x="9997925" y="3131969"/>
                  <a:pt x="9966044" y="3134950"/>
                  <a:pt x="9933668" y="3135477"/>
                </a:cubicBezTo>
                <a:lnTo>
                  <a:pt x="9916552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3" y="3113850"/>
                  <a:pt x="9916804" y="3108220"/>
                </a:cubicBezTo>
                <a:cubicBezTo>
                  <a:pt x="9916761" y="3076892"/>
                  <a:pt x="9919211" y="3046007"/>
                  <a:pt x="9924269" y="3015763"/>
                </a:cubicBezTo>
                <a:lnTo>
                  <a:pt x="9924808" y="3009073"/>
                </a:lnTo>
                <a:cubicBezTo>
                  <a:pt x="9924977" y="3009068"/>
                  <a:pt x="9925147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3" y="2307725"/>
                  <a:pt x="9187507" y="2313282"/>
                </a:cubicBezTo>
                <a:cubicBezTo>
                  <a:pt x="9193083" y="2312863"/>
                  <a:pt x="9198411" y="2313811"/>
                  <a:pt x="9203719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69" y="3009063"/>
                  <a:pt x="9894339" y="3009068"/>
                  <a:pt x="9894508" y="3009073"/>
                </a:cubicBezTo>
                <a:lnTo>
                  <a:pt x="9895047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3" y="3113850"/>
                  <a:pt x="9903884" y="3119519"/>
                  <a:pt x="9903884" y="3125201"/>
                </a:cubicBezTo>
                <a:cubicBezTo>
                  <a:pt x="9903884" y="3129023"/>
                  <a:pt x="9903856" y="3132839"/>
                  <a:pt x="9903291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8" y="3135477"/>
                </a:lnTo>
                <a:cubicBezTo>
                  <a:pt x="9853272" y="3134950"/>
                  <a:pt x="9821391" y="3131969"/>
                  <a:pt x="9790220" y="3126415"/>
                </a:cubicBezTo>
                <a:cubicBezTo>
                  <a:pt x="9784643" y="3126834"/>
                  <a:pt x="9779315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7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3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7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20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10" y="3132839"/>
                  <a:pt x="8223282" y="3129023"/>
                  <a:pt x="8223282" y="3125201"/>
                </a:cubicBezTo>
                <a:cubicBezTo>
                  <a:pt x="8223282" y="3119519"/>
                  <a:pt x="8223342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8" y="3009073"/>
                </a:lnTo>
                <a:cubicBezTo>
                  <a:pt x="8232826" y="3009068"/>
                  <a:pt x="8232996" y="3009063"/>
                  <a:pt x="8233164" y="3009010"/>
                </a:cubicBezTo>
                <a:cubicBezTo>
                  <a:pt x="8283439" y="2656144"/>
                  <a:pt x="8564479" y="2375367"/>
                  <a:pt x="8923327" y="2315969"/>
                </a:cubicBezTo>
                <a:lnTo>
                  <a:pt x="8923445" y="2314821"/>
                </a:lnTo>
                <a:cubicBezTo>
                  <a:pt x="8928755" y="2313811"/>
                  <a:pt x="8934081" y="2312863"/>
                  <a:pt x="8939659" y="2313282"/>
                </a:cubicBezTo>
                <a:cubicBezTo>
                  <a:pt x="8970841" y="2307725"/>
                  <a:pt x="9002734" y="2304744"/>
                  <a:pt x="9035119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4" y="2307725"/>
                  <a:pt x="7495356" y="2313282"/>
                </a:cubicBezTo>
                <a:cubicBezTo>
                  <a:pt x="7500932" y="2312863"/>
                  <a:pt x="7506261" y="2313811"/>
                  <a:pt x="7511570" y="2314821"/>
                </a:cubicBezTo>
                <a:lnTo>
                  <a:pt x="7511686" y="2315969"/>
                </a:lnTo>
                <a:cubicBezTo>
                  <a:pt x="7870536" y="2375367"/>
                  <a:pt x="8151576" y="2656144"/>
                  <a:pt x="8201852" y="3009010"/>
                </a:cubicBezTo>
                <a:cubicBezTo>
                  <a:pt x="8202020" y="3009063"/>
                  <a:pt x="8202189" y="3009068"/>
                  <a:pt x="8202356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5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2" y="3131969"/>
                  <a:pt x="8098070" y="3126415"/>
                </a:cubicBezTo>
                <a:cubicBezTo>
                  <a:pt x="8092492" y="3126834"/>
                  <a:pt x="8087163" y="3125886"/>
                  <a:pt x="8081854" y="3124875"/>
                </a:cubicBezTo>
                <a:lnTo>
                  <a:pt x="8081737" y="3123727"/>
                </a:lnTo>
                <a:cubicBezTo>
                  <a:pt x="7722885" y="3064328"/>
                  <a:pt x="7441847" y="2783551"/>
                  <a:pt x="7391571" y="2430686"/>
                </a:cubicBezTo>
                <a:cubicBezTo>
                  <a:pt x="7391404" y="2430633"/>
                  <a:pt x="7391235" y="2430628"/>
                  <a:pt x="7391066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1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4" y="2303055"/>
                </a:lnTo>
                <a:lnTo>
                  <a:pt x="7382782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7" y="2325843"/>
                  <a:pt x="7359804" y="2331471"/>
                </a:cubicBezTo>
                <a:cubicBezTo>
                  <a:pt x="7359846" y="2362806"/>
                  <a:pt x="7357396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1" y="2430633"/>
                  <a:pt x="7351294" y="2430686"/>
                </a:cubicBezTo>
                <a:cubicBezTo>
                  <a:pt x="7301018" y="2783551"/>
                  <a:pt x="7019978" y="3064328"/>
                  <a:pt x="6661128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5" y="3126415"/>
                </a:cubicBezTo>
                <a:cubicBezTo>
                  <a:pt x="6613622" y="3131969"/>
                  <a:pt x="6581743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6" y="3009068"/>
                  <a:pt x="6540844" y="3009063"/>
                  <a:pt x="6541012" y="3009010"/>
                </a:cubicBezTo>
                <a:cubicBezTo>
                  <a:pt x="6591288" y="2656144"/>
                  <a:pt x="6872328" y="2375367"/>
                  <a:pt x="7231179" y="2315969"/>
                </a:cubicBezTo>
                <a:lnTo>
                  <a:pt x="7231295" y="2314821"/>
                </a:lnTo>
                <a:cubicBezTo>
                  <a:pt x="7236604" y="2313811"/>
                  <a:pt x="7241932" y="2312863"/>
                  <a:pt x="7247508" y="2313282"/>
                </a:cubicBezTo>
                <a:cubicBezTo>
                  <a:pt x="7278692" y="2307725"/>
                  <a:pt x="7310583" y="2304744"/>
                  <a:pt x="7342970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30" y="2304744"/>
                  <a:pt x="5772021" y="2307725"/>
                  <a:pt x="5803206" y="2313282"/>
                </a:cubicBezTo>
                <a:cubicBezTo>
                  <a:pt x="5808781" y="2312863"/>
                  <a:pt x="5814110" y="2313811"/>
                  <a:pt x="5819417" y="2314821"/>
                </a:cubicBezTo>
                <a:lnTo>
                  <a:pt x="5819534" y="2315969"/>
                </a:lnTo>
                <a:cubicBezTo>
                  <a:pt x="6178386" y="2375367"/>
                  <a:pt x="6459424" y="2656144"/>
                  <a:pt x="6509700" y="3009010"/>
                </a:cubicBezTo>
                <a:cubicBezTo>
                  <a:pt x="6509869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2" y="3119519"/>
                  <a:pt x="6519582" y="3125201"/>
                </a:cubicBezTo>
                <a:cubicBezTo>
                  <a:pt x="6519582" y="3129023"/>
                  <a:pt x="6519554" y="3132839"/>
                  <a:pt x="6518988" y="3136641"/>
                </a:cubicBezTo>
                <a:lnTo>
                  <a:pt x="6518490" y="3136608"/>
                </a:lnTo>
                <a:lnTo>
                  <a:pt x="6518464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2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8" y="2393697"/>
                  <a:pt x="5690866" y="2362806"/>
                  <a:pt x="5690909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6" y="2302594"/>
                </a:moveTo>
                <a:lnTo>
                  <a:pt x="5667932" y="2303088"/>
                </a:lnTo>
                <a:lnTo>
                  <a:pt x="5668430" y="2303055"/>
                </a:lnTo>
                <a:lnTo>
                  <a:pt x="5669024" y="2314495"/>
                </a:lnTo>
                <a:cubicBezTo>
                  <a:pt x="5669024" y="2320176"/>
                  <a:pt x="5668965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10" y="2430633"/>
                  <a:pt x="5659142" y="2430686"/>
                </a:cubicBezTo>
                <a:cubicBezTo>
                  <a:pt x="5608867" y="2783551"/>
                  <a:pt x="5327827" y="3064328"/>
                  <a:pt x="4968976" y="3123727"/>
                </a:cubicBezTo>
                <a:lnTo>
                  <a:pt x="4968860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9" y="3137103"/>
                </a:lnTo>
                <a:lnTo>
                  <a:pt x="4840072" y="3136608"/>
                </a:lnTo>
                <a:lnTo>
                  <a:pt x="4839574" y="3136641"/>
                </a:lnTo>
                <a:cubicBezTo>
                  <a:pt x="4839007" y="3132839"/>
                  <a:pt x="4838981" y="3129023"/>
                  <a:pt x="4838981" y="3125201"/>
                </a:cubicBezTo>
                <a:cubicBezTo>
                  <a:pt x="4838981" y="3119519"/>
                  <a:pt x="4839039" y="3113850"/>
                  <a:pt x="4840351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6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4" y="2314821"/>
                </a:lnTo>
                <a:cubicBezTo>
                  <a:pt x="5544453" y="2313811"/>
                  <a:pt x="5549780" y="2312863"/>
                  <a:pt x="5555357" y="2313282"/>
                </a:cubicBezTo>
                <a:cubicBezTo>
                  <a:pt x="5586540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6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60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1" y="3124875"/>
                </a:cubicBezTo>
                <a:lnTo>
                  <a:pt x="4697435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9" y="2148655"/>
                </a:cubicBezTo>
                <a:cubicBezTo>
                  <a:pt x="11184547" y="2089976"/>
                  <a:pt x="11399392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3" y="1608087"/>
                </a:moveTo>
                <a:cubicBezTo>
                  <a:pt x="9485325" y="1666766"/>
                  <a:pt x="9270479" y="1879876"/>
                  <a:pt x="9217205" y="2148655"/>
                </a:cubicBezTo>
                <a:cubicBezTo>
                  <a:pt x="9492395" y="2089976"/>
                  <a:pt x="9707238" y="1876866"/>
                  <a:pt x="9760513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7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4" y="1608087"/>
                </a:moveTo>
                <a:cubicBezTo>
                  <a:pt x="7793174" y="1666766"/>
                  <a:pt x="7578330" y="1879876"/>
                  <a:pt x="7525054" y="2148655"/>
                </a:cubicBezTo>
                <a:cubicBezTo>
                  <a:pt x="7800244" y="2089976"/>
                  <a:pt x="8015087" y="1876866"/>
                  <a:pt x="8068364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8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7" y="2148655"/>
                </a:cubicBezTo>
                <a:cubicBezTo>
                  <a:pt x="5472381" y="1879876"/>
                  <a:pt x="5257538" y="1666766"/>
                  <a:pt x="4982347" y="1608087"/>
                </a:cubicBezTo>
                <a:close/>
                <a:moveTo>
                  <a:pt x="4684062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2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3" y="1464394"/>
                </a:moveTo>
                <a:lnTo>
                  <a:pt x="11625792" y="1466004"/>
                </a:lnTo>
                <a:cubicBezTo>
                  <a:pt x="11658177" y="1466527"/>
                  <a:pt x="11690071" y="1469485"/>
                  <a:pt x="11721252" y="1474998"/>
                </a:cubicBezTo>
                <a:cubicBezTo>
                  <a:pt x="11726829" y="1474582"/>
                  <a:pt x="11732157" y="1475523"/>
                  <a:pt x="11737467" y="1476525"/>
                </a:cubicBezTo>
                <a:lnTo>
                  <a:pt x="11737584" y="1477664"/>
                </a:lnTo>
                <a:cubicBezTo>
                  <a:pt x="11914088" y="1506650"/>
                  <a:pt x="12071768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1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4" y="1902872"/>
                  <a:pt x="11617468" y="1591480"/>
                </a:cubicBezTo>
                <a:cubicBezTo>
                  <a:pt x="11617300" y="1591427"/>
                  <a:pt x="11617132" y="1591423"/>
                  <a:pt x="11616961" y="1591418"/>
                </a:cubicBezTo>
                <a:lnTo>
                  <a:pt x="11616424" y="1584794"/>
                </a:lnTo>
                <a:cubicBezTo>
                  <a:pt x="11611365" y="1554782"/>
                  <a:pt x="11608913" y="1524133"/>
                  <a:pt x="11608957" y="1493044"/>
                </a:cubicBezTo>
                <a:cubicBezTo>
                  <a:pt x="11607645" y="1487460"/>
                  <a:pt x="11607585" y="1481838"/>
                  <a:pt x="11607585" y="1476202"/>
                </a:cubicBezTo>
                <a:lnTo>
                  <a:pt x="11608180" y="1464851"/>
                </a:lnTo>
                <a:lnTo>
                  <a:pt x="11608679" y="1464884"/>
                </a:lnTo>
                <a:close/>
                <a:moveTo>
                  <a:pt x="11594916" y="1464394"/>
                </a:moveTo>
                <a:lnTo>
                  <a:pt x="11594943" y="1464884"/>
                </a:lnTo>
                <a:lnTo>
                  <a:pt x="11595440" y="1464852"/>
                </a:lnTo>
                <a:lnTo>
                  <a:pt x="11596035" y="1476202"/>
                </a:lnTo>
                <a:cubicBezTo>
                  <a:pt x="11596035" y="1481838"/>
                  <a:pt x="11595976" y="1487460"/>
                  <a:pt x="11594663" y="1493044"/>
                </a:cubicBezTo>
                <a:cubicBezTo>
                  <a:pt x="11594707" y="1524133"/>
                  <a:pt x="11592255" y="1554782"/>
                  <a:pt x="11587195" y="1584794"/>
                </a:cubicBezTo>
                <a:lnTo>
                  <a:pt x="11586657" y="1591418"/>
                </a:lnTo>
                <a:cubicBezTo>
                  <a:pt x="11586488" y="1591423"/>
                  <a:pt x="11586321" y="1591427"/>
                  <a:pt x="11586152" y="1591480"/>
                </a:cubicBezTo>
                <a:cubicBezTo>
                  <a:pt x="11535877" y="1941574"/>
                  <a:pt x="11254837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5" y="2281745"/>
                </a:cubicBezTo>
                <a:cubicBezTo>
                  <a:pt x="10848482" y="2287255"/>
                  <a:pt x="10816603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5" y="2291891"/>
                </a:lnTo>
                <a:cubicBezTo>
                  <a:pt x="10766019" y="2288119"/>
                  <a:pt x="10765992" y="2284333"/>
                  <a:pt x="10765992" y="2280541"/>
                </a:cubicBezTo>
                <a:cubicBezTo>
                  <a:pt x="10765992" y="2274903"/>
                  <a:pt x="10766050" y="2269279"/>
                  <a:pt x="10767363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5" y="2165325"/>
                </a:lnTo>
                <a:cubicBezTo>
                  <a:pt x="10775535" y="2165320"/>
                  <a:pt x="10775704" y="2165315"/>
                  <a:pt x="10775871" y="2165262"/>
                </a:cubicBezTo>
                <a:cubicBezTo>
                  <a:pt x="10826149" y="1815167"/>
                  <a:pt x="11107187" y="1536596"/>
                  <a:pt x="11466037" y="1477664"/>
                </a:cubicBezTo>
                <a:lnTo>
                  <a:pt x="11466153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1" y="1469485"/>
                  <a:pt x="11545443" y="1466527"/>
                  <a:pt x="11577829" y="1466004"/>
                </a:cubicBezTo>
                <a:close/>
                <a:moveTo>
                  <a:pt x="9916552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1" y="1474998"/>
                </a:cubicBezTo>
                <a:cubicBezTo>
                  <a:pt x="10034676" y="1474582"/>
                  <a:pt x="10040005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5" y="2274903"/>
                  <a:pt x="10745475" y="2280541"/>
                </a:cubicBezTo>
                <a:cubicBezTo>
                  <a:pt x="10745475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39" y="2290736"/>
                </a:lnTo>
                <a:cubicBezTo>
                  <a:pt x="10694866" y="2290213"/>
                  <a:pt x="10662985" y="2287255"/>
                  <a:pt x="10631814" y="2281745"/>
                </a:cubicBezTo>
                <a:cubicBezTo>
                  <a:pt x="10626235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8" y="1591427"/>
                  <a:pt x="9924979" y="1591423"/>
                  <a:pt x="9924808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3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6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09" y="1493044"/>
                </a:cubicBezTo>
                <a:cubicBezTo>
                  <a:pt x="9902554" y="1524133"/>
                  <a:pt x="9900103" y="1554782"/>
                  <a:pt x="9895044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3" y="1941574"/>
                  <a:pt x="9562685" y="2220146"/>
                  <a:pt x="9203834" y="2279078"/>
                </a:cubicBezTo>
                <a:lnTo>
                  <a:pt x="9203719" y="2280217"/>
                </a:lnTo>
                <a:cubicBezTo>
                  <a:pt x="9198407" y="2281220"/>
                  <a:pt x="9193079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7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7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1" y="2165320"/>
                  <a:pt x="9083551" y="2165315"/>
                  <a:pt x="9083717" y="2165262"/>
                </a:cubicBezTo>
                <a:cubicBezTo>
                  <a:pt x="9133995" y="1815167"/>
                  <a:pt x="9415035" y="1536596"/>
                  <a:pt x="9773883" y="1477664"/>
                </a:cubicBezTo>
                <a:lnTo>
                  <a:pt x="9774001" y="1476525"/>
                </a:lnTo>
                <a:cubicBezTo>
                  <a:pt x="9779310" y="1475523"/>
                  <a:pt x="9784637" y="1474582"/>
                  <a:pt x="9790214" y="1474998"/>
                </a:cubicBezTo>
                <a:cubicBezTo>
                  <a:pt x="9821397" y="1469485"/>
                  <a:pt x="9853291" y="1466527"/>
                  <a:pt x="9885675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50" y="1474998"/>
                </a:cubicBezTo>
                <a:cubicBezTo>
                  <a:pt x="8342525" y="1474582"/>
                  <a:pt x="8347854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7" y="1815167"/>
                  <a:pt x="9043445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3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9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9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2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9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1" y="1493044"/>
                </a:cubicBezTo>
                <a:cubicBezTo>
                  <a:pt x="8210403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50" y="1591480"/>
                </a:cubicBezTo>
                <a:cubicBezTo>
                  <a:pt x="8151574" y="1941574"/>
                  <a:pt x="7870534" y="2220146"/>
                  <a:pt x="7511683" y="2279078"/>
                </a:cubicBezTo>
                <a:lnTo>
                  <a:pt x="7511568" y="2280217"/>
                </a:lnTo>
                <a:cubicBezTo>
                  <a:pt x="7506256" y="2281220"/>
                  <a:pt x="7500928" y="2282161"/>
                  <a:pt x="7495351" y="2281745"/>
                </a:cubicBezTo>
                <a:cubicBezTo>
                  <a:pt x="7464178" y="2287255"/>
                  <a:pt x="7432299" y="2290213"/>
                  <a:pt x="7399924" y="2290736"/>
                </a:cubicBezTo>
                <a:lnTo>
                  <a:pt x="7382806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4" y="2201969"/>
                  <a:pt x="7390522" y="2171962"/>
                </a:cubicBezTo>
                <a:lnTo>
                  <a:pt x="7391062" y="2165325"/>
                </a:lnTo>
                <a:cubicBezTo>
                  <a:pt x="7391232" y="2165320"/>
                  <a:pt x="7391400" y="2165315"/>
                  <a:pt x="7391568" y="2165262"/>
                </a:cubicBezTo>
                <a:cubicBezTo>
                  <a:pt x="7441844" y="1815167"/>
                  <a:pt x="7722884" y="1536596"/>
                  <a:pt x="8081735" y="1477664"/>
                </a:cubicBezTo>
                <a:lnTo>
                  <a:pt x="8081851" y="1476525"/>
                </a:lnTo>
                <a:cubicBezTo>
                  <a:pt x="8087160" y="1475523"/>
                  <a:pt x="8092486" y="1474582"/>
                  <a:pt x="8098064" y="1474998"/>
                </a:cubicBezTo>
                <a:cubicBezTo>
                  <a:pt x="8129248" y="1469485"/>
                  <a:pt x="8161140" y="1466527"/>
                  <a:pt x="8193524" y="1466004"/>
                </a:cubicBezTo>
                <a:close/>
                <a:moveTo>
                  <a:pt x="6532249" y="1464394"/>
                </a:moveTo>
                <a:lnTo>
                  <a:pt x="6549338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8" y="1815167"/>
                  <a:pt x="7351294" y="2165262"/>
                </a:cubicBezTo>
                <a:cubicBezTo>
                  <a:pt x="7351462" y="2165315"/>
                  <a:pt x="7351632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7" y="2269279"/>
                  <a:pt x="7361174" y="2274903"/>
                  <a:pt x="7361174" y="2280541"/>
                </a:cubicBezTo>
                <a:cubicBezTo>
                  <a:pt x="7361174" y="2284333"/>
                  <a:pt x="7361148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4" y="2287255"/>
                  <a:pt x="7247512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8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1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6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8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4" y="1591418"/>
                </a:lnTo>
                <a:cubicBezTo>
                  <a:pt x="6510033" y="1591423"/>
                  <a:pt x="6509866" y="1591427"/>
                  <a:pt x="6509697" y="1591480"/>
                </a:cubicBezTo>
                <a:cubicBezTo>
                  <a:pt x="6459422" y="1941574"/>
                  <a:pt x="6178384" y="2220146"/>
                  <a:pt x="5819531" y="2279078"/>
                </a:cubicBezTo>
                <a:lnTo>
                  <a:pt x="5819416" y="2280217"/>
                </a:lnTo>
                <a:cubicBezTo>
                  <a:pt x="5814105" y="2281220"/>
                  <a:pt x="5808776" y="2282161"/>
                  <a:pt x="5803200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4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50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6" y="1469485"/>
                  <a:pt x="6468988" y="1466527"/>
                  <a:pt x="6501373" y="1466004"/>
                </a:cubicBezTo>
                <a:close/>
                <a:moveTo>
                  <a:pt x="4840099" y="1464394"/>
                </a:moveTo>
                <a:lnTo>
                  <a:pt x="4857185" y="1466004"/>
                </a:lnTo>
                <a:cubicBezTo>
                  <a:pt x="4889572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60" y="1476525"/>
                </a:cubicBezTo>
                <a:lnTo>
                  <a:pt x="4968976" y="1477664"/>
                </a:lnTo>
                <a:cubicBezTo>
                  <a:pt x="5327827" y="1536596"/>
                  <a:pt x="5608867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5" y="2269279"/>
                  <a:pt x="5669024" y="2274903"/>
                  <a:pt x="5669024" y="2280541"/>
                </a:cubicBezTo>
                <a:cubicBezTo>
                  <a:pt x="5669024" y="2284333"/>
                  <a:pt x="5668996" y="2288119"/>
                  <a:pt x="5668430" y="2291891"/>
                </a:cubicBezTo>
                <a:lnTo>
                  <a:pt x="5667932" y="2291858"/>
                </a:lnTo>
                <a:lnTo>
                  <a:pt x="5667906" y="2292349"/>
                </a:lnTo>
                <a:lnTo>
                  <a:pt x="5650786" y="2290736"/>
                </a:lnTo>
                <a:cubicBezTo>
                  <a:pt x="5618412" y="2290213"/>
                  <a:pt x="5586533" y="2287255"/>
                  <a:pt x="5555360" y="2281745"/>
                </a:cubicBezTo>
                <a:cubicBezTo>
                  <a:pt x="5549783" y="2282161"/>
                  <a:pt x="5544454" y="2281220"/>
                  <a:pt x="5539144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1" y="1493044"/>
                </a:cubicBezTo>
                <a:cubicBezTo>
                  <a:pt x="4839039" y="1487460"/>
                  <a:pt x="4838981" y="1481838"/>
                  <a:pt x="4838981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7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8" y="1493044"/>
                </a:cubicBezTo>
                <a:cubicBezTo>
                  <a:pt x="4826099" y="1524133"/>
                  <a:pt x="4823649" y="1554782"/>
                  <a:pt x="4818591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2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2" y="1477664"/>
                </a:cubicBezTo>
                <a:lnTo>
                  <a:pt x="4697548" y="1476525"/>
                </a:lnTo>
                <a:cubicBezTo>
                  <a:pt x="4702857" y="1475523"/>
                  <a:pt x="4708186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7" y="1021506"/>
                  <a:pt x="11177479" y="1236303"/>
                  <a:pt x="11452668" y="1295446"/>
                </a:cubicBezTo>
                <a:cubicBezTo>
                  <a:pt x="11399393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7" y="750600"/>
                </a:moveTo>
                <a:cubicBezTo>
                  <a:pt x="8634768" y="809743"/>
                  <a:pt x="8419925" y="1024540"/>
                  <a:pt x="8366649" y="1295446"/>
                </a:cubicBezTo>
                <a:cubicBezTo>
                  <a:pt x="8641839" y="1236303"/>
                  <a:pt x="8856682" y="1021506"/>
                  <a:pt x="8909957" y="750600"/>
                </a:cubicBezTo>
                <a:close/>
                <a:moveTo>
                  <a:pt x="7525057" y="750600"/>
                </a:moveTo>
                <a:cubicBezTo>
                  <a:pt x="7578332" y="1021506"/>
                  <a:pt x="7793174" y="1236303"/>
                  <a:pt x="8068366" y="1295446"/>
                </a:cubicBezTo>
                <a:cubicBezTo>
                  <a:pt x="8015091" y="1024540"/>
                  <a:pt x="7800246" y="809743"/>
                  <a:pt x="7525057" y="750600"/>
                </a:cubicBezTo>
                <a:close/>
                <a:moveTo>
                  <a:pt x="7217808" y="750600"/>
                </a:moveTo>
                <a:cubicBezTo>
                  <a:pt x="6942617" y="809743"/>
                  <a:pt x="6727774" y="1024540"/>
                  <a:pt x="6674498" y="1295446"/>
                </a:cubicBezTo>
                <a:cubicBezTo>
                  <a:pt x="6949688" y="1236303"/>
                  <a:pt x="7164532" y="1021506"/>
                  <a:pt x="7217808" y="750600"/>
                </a:cubicBezTo>
                <a:close/>
                <a:moveTo>
                  <a:pt x="5832906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40" y="1024540"/>
                  <a:pt x="6108096" y="809743"/>
                  <a:pt x="5832906" y="750600"/>
                </a:cubicBezTo>
                <a:close/>
                <a:moveTo>
                  <a:pt x="5525657" y="750600"/>
                </a:moveTo>
                <a:cubicBezTo>
                  <a:pt x="5250466" y="809743"/>
                  <a:pt x="5035623" y="1024540"/>
                  <a:pt x="4982347" y="1295446"/>
                </a:cubicBezTo>
                <a:cubicBezTo>
                  <a:pt x="5257538" y="1236303"/>
                  <a:pt x="5472380" y="1021506"/>
                  <a:pt x="5525657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4" y="1236303"/>
                  <a:pt x="4684064" y="1295446"/>
                </a:cubicBezTo>
                <a:cubicBezTo>
                  <a:pt x="4630789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0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1" y="1314911"/>
                  <a:pt x="11914089" y="1397686"/>
                  <a:pt x="11737583" y="1426902"/>
                </a:cubicBezTo>
                <a:lnTo>
                  <a:pt x="11737467" y="1428050"/>
                </a:lnTo>
                <a:cubicBezTo>
                  <a:pt x="11732155" y="1429061"/>
                  <a:pt x="11726827" y="1430009"/>
                  <a:pt x="11721249" y="1429590"/>
                </a:cubicBezTo>
                <a:cubicBezTo>
                  <a:pt x="11690077" y="1435144"/>
                  <a:pt x="11658197" y="1438125"/>
                  <a:pt x="11625821" y="1438652"/>
                </a:cubicBezTo>
                <a:lnTo>
                  <a:pt x="11608703" y="1440278"/>
                </a:lnTo>
                <a:lnTo>
                  <a:pt x="11608679" y="1439783"/>
                </a:lnTo>
                <a:lnTo>
                  <a:pt x="11608179" y="1439816"/>
                </a:lnTo>
                <a:cubicBezTo>
                  <a:pt x="11607612" y="1436014"/>
                  <a:pt x="11607585" y="1432198"/>
                  <a:pt x="11607585" y="1428376"/>
                </a:cubicBezTo>
                <a:cubicBezTo>
                  <a:pt x="11607585" y="1422694"/>
                  <a:pt x="11607645" y="1417025"/>
                  <a:pt x="11608957" y="1411395"/>
                </a:cubicBezTo>
                <a:cubicBezTo>
                  <a:pt x="11608913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1" y="1312243"/>
                  <a:pt x="11617299" y="1312238"/>
                  <a:pt x="11617465" y="1312185"/>
                </a:cubicBezTo>
                <a:cubicBezTo>
                  <a:pt x="11662184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7" y="607392"/>
                </a:lnTo>
                <a:cubicBezTo>
                  <a:pt x="10816584" y="607919"/>
                  <a:pt x="10848477" y="610900"/>
                  <a:pt x="10879661" y="616457"/>
                </a:cubicBezTo>
                <a:cubicBezTo>
                  <a:pt x="10885235" y="616038"/>
                  <a:pt x="10890564" y="616986"/>
                  <a:pt x="10895873" y="617996"/>
                </a:cubicBezTo>
                <a:lnTo>
                  <a:pt x="10895989" y="619144"/>
                </a:lnTo>
                <a:cubicBezTo>
                  <a:pt x="11254841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7" y="1349182"/>
                  <a:pt x="11594708" y="1380067"/>
                  <a:pt x="11594664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4" y="1439816"/>
                </a:cubicBezTo>
                <a:lnTo>
                  <a:pt x="11594944" y="1439783"/>
                </a:lnTo>
                <a:lnTo>
                  <a:pt x="11594917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49" y="1086726"/>
                  <a:pt x="10775875" y="733861"/>
                </a:cubicBezTo>
                <a:cubicBezTo>
                  <a:pt x="10775707" y="733808"/>
                  <a:pt x="10775540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2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1" y="606230"/>
                </a:lnTo>
                <a:lnTo>
                  <a:pt x="10745475" y="617670"/>
                </a:lnTo>
                <a:cubicBezTo>
                  <a:pt x="10745475" y="623351"/>
                  <a:pt x="10745417" y="629018"/>
                  <a:pt x="10744105" y="634646"/>
                </a:cubicBezTo>
                <a:cubicBezTo>
                  <a:pt x="10744148" y="665981"/>
                  <a:pt x="10741698" y="696872"/>
                  <a:pt x="10736638" y="727122"/>
                </a:cubicBezTo>
                <a:lnTo>
                  <a:pt x="10736099" y="733798"/>
                </a:lnTo>
                <a:cubicBezTo>
                  <a:pt x="10735929" y="733803"/>
                  <a:pt x="10735762" y="733808"/>
                  <a:pt x="10735593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1" y="1429061"/>
                  <a:pt x="10034673" y="1430009"/>
                  <a:pt x="10029096" y="1429590"/>
                </a:cubicBezTo>
                <a:cubicBezTo>
                  <a:pt x="9997925" y="1435144"/>
                  <a:pt x="9966044" y="1438125"/>
                  <a:pt x="9933668" y="1438652"/>
                </a:cubicBezTo>
                <a:lnTo>
                  <a:pt x="9916552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3" y="1417025"/>
                  <a:pt x="9916804" y="1411395"/>
                </a:cubicBezTo>
                <a:cubicBezTo>
                  <a:pt x="9916761" y="1380067"/>
                  <a:pt x="9919211" y="1349182"/>
                  <a:pt x="9924269" y="1318938"/>
                </a:cubicBezTo>
                <a:lnTo>
                  <a:pt x="9924808" y="1312248"/>
                </a:lnTo>
                <a:cubicBezTo>
                  <a:pt x="9924977" y="1312243"/>
                  <a:pt x="9925147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3" y="610900"/>
                  <a:pt x="9187507" y="616457"/>
                </a:cubicBezTo>
                <a:cubicBezTo>
                  <a:pt x="9193083" y="616038"/>
                  <a:pt x="9198411" y="616986"/>
                  <a:pt x="9203719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69" y="1312238"/>
                  <a:pt x="9894339" y="1312243"/>
                  <a:pt x="9894508" y="1312248"/>
                </a:cubicBezTo>
                <a:lnTo>
                  <a:pt x="9895047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3" y="1417025"/>
                  <a:pt x="9903884" y="1422694"/>
                  <a:pt x="9903884" y="1428376"/>
                </a:cubicBezTo>
                <a:cubicBezTo>
                  <a:pt x="9903884" y="1432198"/>
                  <a:pt x="9903856" y="1436014"/>
                  <a:pt x="9903291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8" y="1438652"/>
                </a:lnTo>
                <a:cubicBezTo>
                  <a:pt x="9853272" y="1438125"/>
                  <a:pt x="9821391" y="1435144"/>
                  <a:pt x="9790220" y="1429590"/>
                </a:cubicBezTo>
                <a:cubicBezTo>
                  <a:pt x="9784643" y="1430009"/>
                  <a:pt x="9779315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7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3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7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20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10" y="1436014"/>
                  <a:pt x="8223282" y="1432198"/>
                  <a:pt x="8223282" y="1428376"/>
                </a:cubicBezTo>
                <a:cubicBezTo>
                  <a:pt x="8223282" y="1422694"/>
                  <a:pt x="8223342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8" y="1312248"/>
                </a:lnTo>
                <a:cubicBezTo>
                  <a:pt x="8232826" y="1312243"/>
                  <a:pt x="8232996" y="1312238"/>
                  <a:pt x="8233164" y="1312185"/>
                </a:cubicBezTo>
                <a:cubicBezTo>
                  <a:pt x="8283439" y="959319"/>
                  <a:pt x="8564479" y="678542"/>
                  <a:pt x="8923327" y="619144"/>
                </a:cubicBezTo>
                <a:lnTo>
                  <a:pt x="8923445" y="617996"/>
                </a:lnTo>
                <a:cubicBezTo>
                  <a:pt x="8928755" y="616986"/>
                  <a:pt x="8934081" y="616038"/>
                  <a:pt x="8939659" y="616457"/>
                </a:cubicBezTo>
                <a:cubicBezTo>
                  <a:pt x="8970841" y="610900"/>
                  <a:pt x="9002734" y="607919"/>
                  <a:pt x="9035119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4" y="610900"/>
                  <a:pt x="7495356" y="616457"/>
                </a:cubicBezTo>
                <a:cubicBezTo>
                  <a:pt x="7500932" y="616038"/>
                  <a:pt x="7506261" y="616986"/>
                  <a:pt x="7511570" y="617996"/>
                </a:cubicBezTo>
                <a:lnTo>
                  <a:pt x="7511686" y="619144"/>
                </a:lnTo>
                <a:cubicBezTo>
                  <a:pt x="7870536" y="678542"/>
                  <a:pt x="8151576" y="959319"/>
                  <a:pt x="8201852" y="1312185"/>
                </a:cubicBezTo>
                <a:cubicBezTo>
                  <a:pt x="8202020" y="1312238"/>
                  <a:pt x="8202189" y="1312243"/>
                  <a:pt x="8202356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5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2" y="1435144"/>
                  <a:pt x="8098070" y="1429590"/>
                </a:cubicBezTo>
                <a:cubicBezTo>
                  <a:pt x="8092492" y="1430009"/>
                  <a:pt x="8087163" y="1429061"/>
                  <a:pt x="8081854" y="1428050"/>
                </a:cubicBezTo>
                <a:lnTo>
                  <a:pt x="8081737" y="1426902"/>
                </a:lnTo>
                <a:cubicBezTo>
                  <a:pt x="7722885" y="1367503"/>
                  <a:pt x="7441847" y="1086726"/>
                  <a:pt x="7391571" y="733861"/>
                </a:cubicBezTo>
                <a:cubicBezTo>
                  <a:pt x="7391404" y="733808"/>
                  <a:pt x="7391235" y="733803"/>
                  <a:pt x="7391066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1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4" y="606230"/>
                </a:lnTo>
                <a:lnTo>
                  <a:pt x="7382782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30" y="607919"/>
                  <a:pt x="5772021" y="610900"/>
                  <a:pt x="5803206" y="616457"/>
                </a:cubicBezTo>
                <a:cubicBezTo>
                  <a:pt x="5808781" y="616038"/>
                  <a:pt x="5814110" y="616986"/>
                  <a:pt x="5819417" y="617996"/>
                </a:cubicBezTo>
                <a:lnTo>
                  <a:pt x="5819534" y="619144"/>
                </a:lnTo>
                <a:cubicBezTo>
                  <a:pt x="6178386" y="678542"/>
                  <a:pt x="6459424" y="959319"/>
                  <a:pt x="6509700" y="1312185"/>
                </a:cubicBezTo>
                <a:cubicBezTo>
                  <a:pt x="6509869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2" y="1422694"/>
                  <a:pt x="6519582" y="1428376"/>
                </a:cubicBezTo>
                <a:cubicBezTo>
                  <a:pt x="6519582" y="1432198"/>
                  <a:pt x="6519554" y="1436014"/>
                  <a:pt x="6518988" y="1439816"/>
                </a:cubicBezTo>
                <a:lnTo>
                  <a:pt x="6518490" y="1439783"/>
                </a:lnTo>
                <a:lnTo>
                  <a:pt x="6518464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2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8" y="696872"/>
                  <a:pt x="5690866" y="665981"/>
                  <a:pt x="5690909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6" y="605769"/>
                </a:moveTo>
                <a:lnTo>
                  <a:pt x="5667932" y="606263"/>
                </a:lnTo>
                <a:lnTo>
                  <a:pt x="5668430" y="606230"/>
                </a:lnTo>
                <a:lnTo>
                  <a:pt x="5669024" y="617670"/>
                </a:lnTo>
                <a:cubicBezTo>
                  <a:pt x="5669024" y="623351"/>
                  <a:pt x="5668965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10" y="733808"/>
                  <a:pt x="5659142" y="733861"/>
                </a:cubicBezTo>
                <a:cubicBezTo>
                  <a:pt x="5608867" y="1086726"/>
                  <a:pt x="5327827" y="1367503"/>
                  <a:pt x="4968976" y="1426902"/>
                </a:cubicBezTo>
                <a:lnTo>
                  <a:pt x="4968860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9" y="1440278"/>
                </a:lnTo>
                <a:lnTo>
                  <a:pt x="4840072" y="1439783"/>
                </a:lnTo>
                <a:lnTo>
                  <a:pt x="4839574" y="1439816"/>
                </a:lnTo>
                <a:cubicBezTo>
                  <a:pt x="4839007" y="1436014"/>
                  <a:pt x="4838981" y="1432198"/>
                  <a:pt x="4838981" y="1428376"/>
                </a:cubicBezTo>
                <a:cubicBezTo>
                  <a:pt x="4838981" y="1422694"/>
                  <a:pt x="4839039" y="1417025"/>
                  <a:pt x="4840351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6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4" y="617996"/>
                </a:lnTo>
                <a:cubicBezTo>
                  <a:pt x="5544453" y="616986"/>
                  <a:pt x="5549780" y="616038"/>
                  <a:pt x="5555357" y="616457"/>
                </a:cubicBezTo>
                <a:cubicBezTo>
                  <a:pt x="5586540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6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60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1" y="1428050"/>
                </a:cubicBezTo>
                <a:lnTo>
                  <a:pt x="4697435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7" y="629018"/>
                  <a:pt x="7359804" y="634646"/>
                </a:cubicBezTo>
                <a:cubicBezTo>
                  <a:pt x="7359846" y="665981"/>
                  <a:pt x="7357396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1" y="733808"/>
                  <a:pt x="7351294" y="733861"/>
                </a:cubicBezTo>
                <a:cubicBezTo>
                  <a:pt x="7301018" y="1086726"/>
                  <a:pt x="7019978" y="1367503"/>
                  <a:pt x="6661128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5" y="1429590"/>
                </a:cubicBezTo>
                <a:cubicBezTo>
                  <a:pt x="6613622" y="1435144"/>
                  <a:pt x="6581743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6" y="1312243"/>
                  <a:pt x="6540844" y="1312238"/>
                  <a:pt x="6541012" y="1312185"/>
                </a:cubicBezTo>
                <a:cubicBezTo>
                  <a:pt x="6591288" y="959319"/>
                  <a:pt x="6872328" y="678542"/>
                  <a:pt x="7231179" y="619144"/>
                </a:cubicBezTo>
                <a:lnTo>
                  <a:pt x="7231295" y="617996"/>
                </a:lnTo>
                <a:cubicBezTo>
                  <a:pt x="7236604" y="616986"/>
                  <a:pt x="7241932" y="616038"/>
                  <a:pt x="7247508" y="616457"/>
                </a:cubicBezTo>
                <a:cubicBezTo>
                  <a:pt x="7278692" y="610900"/>
                  <a:pt x="7310583" y="607919"/>
                  <a:pt x="7342970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7" y="124006"/>
                  <a:pt x="12059785" y="51396"/>
                  <a:pt x="11969013" y="0"/>
                </a:cubicBezTo>
                <a:close/>
                <a:moveTo>
                  <a:pt x="11640695" y="0"/>
                </a:moveTo>
                <a:lnTo>
                  <a:pt x="11775233" y="0"/>
                </a:lnTo>
                <a:cubicBezTo>
                  <a:pt x="11842228" y="193636"/>
                  <a:pt x="11995971" y="348667"/>
                  <a:pt x="12192000" y="421829"/>
                </a:cubicBezTo>
                <a:lnTo>
                  <a:pt x="12192000" y="553832"/>
                </a:lnTo>
                <a:cubicBezTo>
                  <a:pt x="11924423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9" y="98005"/>
                  <a:pt x="10947209" y="260867"/>
                  <a:pt x="10909359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5" y="299826"/>
                  <a:pt x="11217861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5" y="584920"/>
                </a:cubicBezTo>
                <a:cubicBezTo>
                  <a:pt x="10848482" y="590430"/>
                  <a:pt x="10816603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5" y="595066"/>
                </a:lnTo>
                <a:cubicBezTo>
                  <a:pt x="10766019" y="591293"/>
                  <a:pt x="10765992" y="587507"/>
                  <a:pt x="10765992" y="583715"/>
                </a:cubicBezTo>
                <a:cubicBezTo>
                  <a:pt x="10765992" y="578078"/>
                  <a:pt x="10766050" y="572454"/>
                  <a:pt x="10767363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5" y="468500"/>
                </a:lnTo>
                <a:cubicBezTo>
                  <a:pt x="10775535" y="468495"/>
                  <a:pt x="10775704" y="468490"/>
                  <a:pt x="10775871" y="468437"/>
                </a:cubicBezTo>
                <a:cubicBezTo>
                  <a:pt x="10802175" y="285283"/>
                  <a:pt x="10891635" y="121704"/>
                  <a:pt x="11023379" y="0"/>
                </a:cubicBezTo>
                <a:close/>
                <a:moveTo>
                  <a:pt x="9949554" y="0"/>
                </a:moveTo>
                <a:lnTo>
                  <a:pt x="10083572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7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5" y="578078"/>
                  <a:pt x="10745475" y="583715"/>
                </a:cubicBezTo>
                <a:cubicBezTo>
                  <a:pt x="10745475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39" y="593911"/>
                </a:lnTo>
                <a:cubicBezTo>
                  <a:pt x="10694866" y="593388"/>
                  <a:pt x="10662985" y="590430"/>
                  <a:pt x="10631814" y="584920"/>
                </a:cubicBezTo>
                <a:cubicBezTo>
                  <a:pt x="10626235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4" y="529393"/>
                  <a:pt x="10034333" y="299826"/>
                  <a:pt x="9949554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8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9" y="583392"/>
                </a:lnTo>
                <a:cubicBezTo>
                  <a:pt x="9198407" y="584395"/>
                  <a:pt x="9193079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7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7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1" y="468495"/>
                  <a:pt x="9083551" y="468490"/>
                  <a:pt x="9083717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6" y="0"/>
                </a:moveTo>
                <a:lnTo>
                  <a:pt x="8391421" y="0"/>
                </a:lnTo>
                <a:cubicBezTo>
                  <a:pt x="8469315" y="226290"/>
                  <a:pt x="8665906" y="399791"/>
                  <a:pt x="8909957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1" y="285283"/>
                  <a:pt x="9043445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3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9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6" y="0"/>
                </a:cubicBezTo>
                <a:close/>
                <a:moveTo>
                  <a:pt x="7639075" y="0"/>
                </a:moveTo>
                <a:lnTo>
                  <a:pt x="7847785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8" y="399791"/>
                  <a:pt x="7965697" y="226290"/>
                  <a:pt x="8043592" y="0"/>
                </a:cubicBezTo>
                <a:lnTo>
                  <a:pt x="8177609" y="0"/>
                </a:lnTo>
                <a:cubicBezTo>
                  <a:pt x="8092831" y="299826"/>
                  <a:pt x="7833558" y="529393"/>
                  <a:pt x="7511683" y="582253"/>
                </a:cubicBezTo>
                <a:lnTo>
                  <a:pt x="7511568" y="583392"/>
                </a:lnTo>
                <a:cubicBezTo>
                  <a:pt x="7506256" y="584395"/>
                  <a:pt x="7500928" y="585336"/>
                  <a:pt x="7495351" y="584920"/>
                </a:cubicBezTo>
                <a:cubicBezTo>
                  <a:pt x="7464178" y="590430"/>
                  <a:pt x="7432299" y="593388"/>
                  <a:pt x="7399924" y="593911"/>
                </a:cubicBezTo>
                <a:lnTo>
                  <a:pt x="7382806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4" y="505143"/>
                  <a:pt x="7390522" y="475137"/>
                </a:cubicBezTo>
                <a:lnTo>
                  <a:pt x="7391062" y="468500"/>
                </a:lnTo>
                <a:cubicBezTo>
                  <a:pt x="7391232" y="468495"/>
                  <a:pt x="7391400" y="468490"/>
                  <a:pt x="7391568" y="468437"/>
                </a:cubicBezTo>
                <a:cubicBezTo>
                  <a:pt x="7417870" y="285283"/>
                  <a:pt x="7507332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6" y="399791"/>
                  <a:pt x="7217808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8" y="0"/>
                </a:lnTo>
                <a:cubicBezTo>
                  <a:pt x="7235532" y="121704"/>
                  <a:pt x="7324993" y="285283"/>
                  <a:pt x="7351294" y="468437"/>
                </a:cubicBezTo>
                <a:cubicBezTo>
                  <a:pt x="7351462" y="468490"/>
                  <a:pt x="7351632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7" y="572454"/>
                  <a:pt x="7361174" y="578078"/>
                  <a:pt x="7361174" y="583715"/>
                </a:cubicBezTo>
                <a:cubicBezTo>
                  <a:pt x="7361174" y="587507"/>
                  <a:pt x="7361148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4" y="590430"/>
                  <a:pt x="7247512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5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8" y="0"/>
                </a:lnTo>
                <a:cubicBezTo>
                  <a:pt x="6400680" y="299826"/>
                  <a:pt x="6141408" y="529393"/>
                  <a:pt x="5819531" y="582253"/>
                </a:cubicBezTo>
                <a:lnTo>
                  <a:pt x="5819416" y="583392"/>
                </a:lnTo>
                <a:cubicBezTo>
                  <a:pt x="5814105" y="584395"/>
                  <a:pt x="5808776" y="585336"/>
                  <a:pt x="5803200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4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50" y="468490"/>
                  <a:pt x="5699416" y="468437"/>
                </a:cubicBezTo>
                <a:cubicBezTo>
                  <a:pt x="5725720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6" y="226291"/>
                  <a:pt x="5281605" y="399791"/>
                  <a:pt x="5525657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1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5" y="572454"/>
                  <a:pt x="5669024" y="578078"/>
                  <a:pt x="5669024" y="583715"/>
                </a:cubicBezTo>
                <a:cubicBezTo>
                  <a:pt x="5669024" y="587508"/>
                  <a:pt x="5668996" y="591293"/>
                  <a:pt x="5668430" y="595066"/>
                </a:cubicBezTo>
                <a:lnTo>
                  <a:pt x="5667932" y="595033"/>
                </a:lnTo>
                <a:lnTo>
                  <a:pt x="5667906" y="595524"/>
                </a:lnTo>
                <a:lnTo>
                  <a:pt x="5650786" y="593911"/>
                </a:lnTo>
                <a:cubicBezTo>
                  <a:pt x="5618412" y="593388"/>
                  <a:pt x="5586533" y="590430"/>
                  <a:pt x="5555360" y="584920"/>
                </a:cubicBezTo>
                <a:cubicBezTo>
                  <a:pt x="5549783" y="585336"/>
                  <a:pt x="5544454" y="584395"/>
                  <a:pt x="5539144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3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5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="ctr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/>
            </a:r>
            <a:endParaRPr dirty="0" lang="en-US"/>
          </a:p>
        </p:txBody>
      </p:sp>
      <p:sp>
        <p:nvSpPr>
          <p:cNvPr id="4" name="Google Shape;34;p4">
            <a:extLst>
              <a:ext uri="{10D1B513-F920-4D27-AC3A-F540B69584EB}">
                <a16:creationId xmlns:a16="http://schemas.microsoft.com/office/drawing/2010/main" id="{EF2FD451-6917-44B8-835E-6A2F1D7FCA0A}"/>
              </a:ext>
            </a:extLst>
          </p:cNvPr>
          <p:cNvSpPr/>
          <p:nvPr>
            <p:ph type="title"/>
          </p:nvPr>
        </p:nvSpPr>
        <p:spPr>
          <a:xfrm rot="0">
            <a:off x="457200" y="4960136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0" dirty="0" lang="en-US" sz="50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</a:lvl2pPr>
            <a:lvl3pPr lvl="2">
              <a:spcBef>
                <a:spcPts val="0"/>
              </a:spcBef>
              <a:spcAft>
                <a:spcPts val="0"/>
              </a:spcAft>
              <a:buNone/>
            </a:lvl3pPr>
            <a:lvl4pPr lvl="3">
              <a:spcBef>
                <a:spcPts val="0"/>
              </a:spcBef>
              <a:spcAft>
                <a:spcPts val="0"/>
              </a:spcAft>
              <a:buNone/>
            </a:lvl4pPr>
            <a:lvl5pPr lvl="4">
              <a:spcBef>
                <a:spcPts val="0"/>
              </a:spcBef>
              <a:spcAft>
                <a:spcPts val="0"/>
              </a:spcAft>
              <a:buNone/>
            </a:lvl5pPr>
            <a:lvl6pPr lvl="5">
              <a:spcBef>
                <a:spcPts val="0"/>
              </a:spcBef>
              <a:spcAft>
                <a:spcPts val="0"/>
              </a:spcAft>
              <a:buNone/>
            </a:lvl6pPr>
            <a:lvl7pPr lvl="6">
              <a:spcBef>
                <a:spcPts val="0"/>
              </a:spcBef>
              <a:spcAft>
                <a:spcPts val="0"/>
              </a:spcAft>
              <a:buNone/>
            </a:lvl7pPr>
            <a:lvl8pPr lvl="7">
              <a:spcBef>
                <a:spcPts val="0"/>
              </a:spcBef>
              <a:spcAft>
                <a:spcPts val="0"/>
              </a:spcAft>
              <a:buNone/>
            </a:lvl8pPr>
            <a:lvl9pPr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Google Shape;35;p4">
            <a:extLst>
              <a:ext uri="{60906A36-9CB7-49B2-827D-0B1735EC2C6D}">
                <a16:creationId xmlns:a16="http://schemas.microsoft.com/office/drawing/2010/main" id="{B6FA951E-2451-4074-84A7-C35B123C7AB5}"/>
              </a:ext>
            </a:extLst>
          </p:cNvPr>
          <p:cNvSpPr/>
          <p:nvPr>
            <p:ph idx="1" type="body"/>
          </p:nvPr>
        </p:nvSpPr>
        <p:spPr>
          <a:xfrm rot="0">
            <a:off x="8610600" y="4960136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dirty="0" lang="en-US" sz="1800">
                <a:solidFill>
                  <a:srgbClr val="0c0c0c"/>
                </a:solidFill>
              </a:defRPr>
            </a:lvl1pPr>
            <a:lvl2pPr algn="l" indent="-228600" lvl="1" marL="91440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dirty="0" lang="en-US" sz="1800">
                <a:solidFill>
                  <a:srgbClr val="888888"/>
                </a:solidFill>
              </a:defRPr>
            </a:lvl2pPr>
            <a:lvl3pPr algn="l" indent="-2286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600">
                <a:solidFill>
                  <a:srgbClr val="888888"/>
                </a:solidFill>
              </a:defRPr>
            </a:lvl3pPr>
            <a:lvl4pPr algn="l" indent="-2286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400">
                <a:solidFill>
                  <a:srgbClr val="888888"/>
                </a:solidFill>
              </a:defRPr>
            </a:lvl4pPr>
            <a:lvl5pPr algn="l" indent="-2286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400">
                <a:solidFill>
                  <a:srgbClr val="888888"/>
                </a:solidFill>
              </a:defRPr>
            </a:lvl5pPr>
            <a:lvl6pPr algn="l" indent="-2286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400">
                <a:solidFill>
                  <a:srgbClr val="888888"/>
                </a:solidFill>
              </a:defRPr>
            </a:lvl6pPr>
            <a:lvl7pPr algn="l" indent="-2286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400">
                <a:solidFill>
                  <a:srgbClr val="888888"/>
                </a:solidFill>
              </a:defRPr>
            </a:lvl7pPr>
            <a:lvl8pPr algn="l" indent="-2286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400">
                <a:solidFill>
                  <a:srgbClr val="888888"/>
                </a:solidFill>
              </a:defRPr>
            </a:lvl8pPr>
            <a:lvl9pPr algn="l" indent="-228600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defRPr dirty="0" lang="en-US" sz="1400">
                <a:solidFill>
                  <a:srgbClr val="888888"/>
                </a:solidFill>
              </a:defRPr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Google Shape;36;p4">
            <a:extLst>
              <a:ext uri="{FD24B792-C447-41BA-B408-2322242EC625}">
                <a16:creationId xmlns:a16="http://schemas.microsoft.com/office/drawing/2010/main" id="{68F5EED4-A0E2-4CD6-A150-592EC986B761}"/>
              </a:ext>
            </a:extLst>
          </p:cNvPr>
          <p:cNvSpPr/>
          <p:nvPr>
            <p:ph idx="10" sz="half" type="dt"/>
          </p:nvPr>
        </p:nvSpPr>
        <p:spPr>
          <a:xfrm rot="0"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Google Shape;37;p4">
            <a:extLst>
              <a:ext uri="{A6C857E4-8391-4315-B713-BDF7C05153E6}">
                <a16:creationId xmlns:a16="http://schemas.microsoft.com/office/drawing/2010/main" id="{A8008398-0F78-4094-A455-B77A1ED84609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8" name="Google Shape;38;p4">
            <a:extLst>
              <a:ext uri="{9B417FD5-1ACA-4B4F-A74A-22FE94E4D165}">
                <a16:creationId xmlns:a16="http://schemas.microsoft.com/office/drawing/2010/main" id="{A1C2C4DE-70B2-4C71-A9D0-DCDF3A93752E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indent="0" lvl="0" marL="0">
              <a:spcBef>
                <a:spcPts val="0"/>
              </a:spcBef>
              <a:buNone/>
            </a:lvl1pPr>
            <a:lvl2pPr algn="l" indent="0" lvl="1" marL="0">
              <a:spcBef>
                <a:spcPts val="0"/>
              </a:spcBef>
              <a:buNone/>
            </a:lvl2pPr>
            <a:lvl3pPr algn="l" indent="0" lvl="2" marL="0">
              <a:spcBef>
                <a:spcPts val="0"/>
              </a:spcBef>
              <a:buNone/>
            </a:lvl3pPr>
            <a:lvl4pPr algn="l" indent="0" lvl="3" marL="0">
              <a:spcBef>
                <a:spcPts val="0"/>
              </a:spcBef>
              <a:buNone/>
            </a:lvl4pPr>
            <a:lvl5pPr algn="l" indent="0" lvl="4" marL="0">
              <a:spcBef>
                <a:spcPts val="0"/>
              </a:spcBef>
              <a:buNone/>
            </a:lvl5pPr>
            <a:lvl6pPr algn="l" indent="0" lvl="5" marL="0">
              <a:spcBef>
                <a:spcPts val="0"/>
              </a:spcBef>
              <a:buNone/>
            </a:lvl6pPr>
            <a:lvl7pPr algn="l" indent="0" lvl="6" marL="0">
              <a:spcBef>
                <a:spcPts val="0"/>
              </a:spcBef>
              <a:buNone/>
            </a:lvl7pPr>
            <a:lvl8pPr algn="l" indent="0" lvl="7" marL="0">
              <a:spcBef>
                <a:spcPts val="0"/>
              </a:spcBef>
              <a:buNone/>
            </a:lvl8pPr>
            <a:lvl9pPr algn="l" indent="0" lvl="8" marL="0">
              <a:spcBef>
                <a:spcPts val="0"/>
              </a:spcBef>
              <a:buNone/>
            </a:lvl9pPr>
          </a:lstStyle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384C1412-EEEF-447A-95A0-A653BE4E091B}" type="slidenum"/>
            <a:endParaRPr dirty="0" lang="en-US"/>
          </a:p>
        </p:txBody>
      </p:sp>
      <p:cxnSp>
        <p:nvCxnSpPr>
          <p:cNvPr id="9" name="Google Shape;39;p4">
            <a:extLst>
              <a:ext uri="{3DC899EE-2166-4BF4-A6C4-DCF150C73A20}">
                <a16:creationId xmlns:a16="http://schemas.microsoft.com/office/drawing/2010/main" id="{191FA3B3-5917-42A5-B0C7-0FD92477C4AA}"/>
              </a:ext>
            </a:extLst>
          </p:cNvPr>
          <p:cNvCxnSpPr/>
          <p:nvPr/>
        </p:nvCxnSpPr>
        <p:spPr>
          <a:xfrm rot="10800000">
            <a:off x="8386842" y="5264106"/>
            <a:ext cx="0" cy="914400"/>
          </a:xfrm>
          <a:prstGeom prst="line">
            <a:avLst/>
          </a:prstGeom>
          <a:noFill/>
          <a:ln cap="flat" w="19050">
            <a:solidFill>
              <a:srgbClr val="1482ab"/>
            </a:solidFill>
            <a:prstDash val="solid"/>
            <a:round/>
          </a:ln>
        </p:spPr>
      </p:cxnSp>
    </p:spTree>
    <p:extLst>
      <p:ext uri="{7F16FD28-C061-40A1-B463-E214DC92FE18}">
        <p14:creationId xmlns:p14="http://schemas.microsoft.com/office/powerpoint/2010/main" val="1769061144743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1;p5">
            <a:extLst>
              <a:ext uri="{0A8C746C-02AB-43F4-BEA8-A791B49DE0F5}">
                <a16:creationId xmlns:a16="http://schemas.microsoft.com/office/drawing/2010/main" id="{455BD756-8F1C-41A6-8EDA-0AC532858CC3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lvl="1">
              <a:spcBef>
                <a:spcPts val="0"/>
              </a:spcBef>
              <a:spcAft>
                <a:spcPts val="0"/>
              </a:spcAft>
              <a:buNone/>
            </a:lvl2pPr>
            <a:lvl3pPr lvl="2">
              <a:spcBef>
                <a:spcPts val="0"/>
              </a:spcBef>
              <a:spcAft>
                <a:spcPts val="0"/>
              </a:spcAft>
              <a:buNone/>
            </a:lvl3pPr>
            <a:lvl4pPr lvl="3">
              <a:spcBef>
                <a:spcPts val="0"/>
              </a:spcBef>
              <a:spcAft>
                <a:spcPts val="0"/>
              </a:spcAft>
              <a:buNone/>
            </a:lvl4pPr>
            <a:lvl5pPr lvl="4">
              <a:spcBef>
                <a:spcPts val="0"/>
              </a:spcBef>
              <a:spcAft>
                <a:spcPts val="0"/>
              </a:spcAft>
              <a:buNone/>
            </a:lvl5pPr>
            <a:lvl6pPr lvl="5">
              <a:spcBef>
                <a:spcPts val="0"/>
              </a:spcBef>
              <a:spcAft>
                <a:spcPts val="0"/>
              </a:spcAft>
              <a:buNone/>
            </a:lvl6pPr>
            <a:lvl7pPr lvl="6">
              <a:spcBef>
                <a:spcPts val="0"/>
              </a:spcBef>
              <a:spcAft>
                <a:spcPts val="0"/>
              </a:spcAft>
              <a:buNone/>
            </a:lvl7pPr>
            <a:lvl8pPr lvl="7">
              <a:spcBef>
                <a:spcPts val="0"/>
              </a:spcBef>
              <a:spcAft>
                <a:spcPts val="0"/>
              </a:spcAft>
              <a:buNone/>
            </a:lvl8pPr>
            <a:lvl9pPr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Google Shape;42;p5">
            <a:extLst>
              <a:ext uri="{ABAB1F87-57D4-4E67-AA81-09D2B772F839}">
                <a16:creationId xmlns:a16="http://schemas.microsoft.com/office/drawing/2010/main" id="{13030FDD-5C24-4716-AABE-90D78940D9B7}"/>
              </a:ext>
            </a:extLst>
          </p:cNvPr>
          <p:cNvSpPr/>
          <p:nvPr>
            <p:ph idx="1" type="body"/>
          </p:nvPr>
        </p:nvSpPr>
        <p:spPr>
          <a:xfrm rot="0">
            <a:off x="1024127" y="2286000"/>
            <a:ext cx="4754879" cy="4023360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>
            <a:lvl1pPr algn="l" indent="-342900" lvl="0" marL="4572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lvl1pPr>
            <a:lvl2pPr algn="l" indent="-342900" lvl="1" marL="91440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🢝"/>
              <a:buSzPct val="100000"/>
            </a:lvl2pPr>
            <a:lvl3pPr algn="l" indent="-3429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3pPr>
            <a:lvl4pPr algn="l" indent="-3429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4pPr>
            <a:lvl5pPr algn="l" indent="-3429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5pPr>
            <a:lvl6pPr algn="l" indent="-3429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6pPr>
            <a:lvl7pPr algn="l" indent="-3429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7pPr>
            <a:lvl8pPr algn="l" indent="-3429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8pPr>
            <a:lvl9pPr algn="l" indent="-342900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har char="🢝"/>
              <a:buSzPct val="100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Google Shape;43;p5">
            <a:extLst>
              <a:ext uri="{B910DDE6-9980-4D84-B24C-74C45112A483}">
                <a16:creationId xmlns:a16="http://schemas.microsoft.com/office/drawing/2010/main" id="{BB9F8195-2BF9-43F0-B537-A41E75EA9AA1}"/>
              </a:ext>
            </a:extLst>
          </p:cNvPr>
          <p:cNvSpPr/>
          <p:nvPr>
            <p:ph idx="2" type="body"/>
          </p:nvPr>
        </p:nvSpPr>
        <p:spPr>
          <a:xfrm rot="0">
            <a:off x="5989320" y="2286000"/>
            <a:ext cx="4754879" cy="4023360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>
            <a:lvl1pPr algn="l" indent="-342900" lvl="0" marL="4572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lvl1pPr>
            <a:lvl2pPr algn="l" indent="-342900" lvl="1" marL="91440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🢝"/>
              <a:buSzPct val="100000"/>
            </a:lvl2pPr>
            <a:lvl3pPr algn="l" indent="-3429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3pPr>
            <a:lvl4pPr algn="l" indent="-3429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4pPr>
            <a:lvl5pPr algn="l" indent="-3429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5pPr>
            <a:lvl6pPr algn="l" indent="-3429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6pPr>
            <a:lvl7pPr algn="l" indent="-3429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7pPr>
            <a:lvl8pPr algn="l" indent="-3429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8pPr>
            <a:lvl9pPr algn="l" indent="-342900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har char="🢝"/>
              <a:buSzPct val="100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Google Shape;44;p5">
            <a:extLst>
              <a:ext uri="{A18E9773-29EE-45A3-A90D-6EB822A93999}">
                <a16:creationId xmlns:a16="http://schemas.microsoft.com/office/drawing/2010/main" id="{FABE728F-C64C-414E-9B71-EF6FD015DDDA}"/>
              </a:ext>
            </a:extLst>
          </p:cNvPr>
          <p:cNvSpPr/>
          <p:nvPr>
            <p:ph idx="10" sz="half" type="dt"/>
          </p:nvPr>
        </p:nvSpPr>
        <p:spPr>
          <a:xfrm rot="0"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Google Shape;45;p5">
            <a:extLst>
              <a:ext uri="{C7D2A099-4A77-4548-93B0-76DA4683218B}">
                <a16:creationId xmlns:a16="http://schemas.microsoft.com/office/drawing/2010/main" id="{7FB4FAAE-58B2-4FB0-8153-3F7EB417B97C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Google Shape;46;p5">
            <a:extLst>
              <a:ext uri="{AD7394EA-3D07-4F89-8B74-08737603B24D}">
                <a16:creationId xmlns:a16="http://schemas.microsoft.com/office/drawing/2010/main" id="{441836B1-295F-419F-A23A-50BC8582760A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indent="0" lvl="0" marL="0">
              <a:spcBef>
                <a:spcPts val="0"/>
              </a:spcBef>
              <a:buNone/>
            </a:lvl1pPr>
            <a:lvl2pPr algn="l" indent="0" lvl="1" marL="0">
              <a:spcBef>
                <a:spcPts val="0"/>
              </a:spcBef>
              <a:buNone/>
            </a:lvl2pPr>
            <a:lvl3pPr algn="l" indent="0" lvl="2" marL="0">
              <a:spcBef>
                <a:spcPts val="0"/>
              </a:spcBef>
              <a:buNone/>
            </a:lvl3pPr>
            <a:lvl4pPr algn="l" indent="0" lvl="3" marL="0">
              <a:spcBef>
                <a:spcPts val="0"/>
              </a:spcBef>
              <a:buNone/>
            </a:lvl4pPr>
            <a:lvl5pPr algn="l" indent="0" lvl="4" marL="0">
              <a:spcBef>
                <a:spcPts val="0"/>
              </a:spcBef>
              <a:buNone/>
            </a:lvl5pPr>
            <a:lvl6pPr algn="l" indent="0" lvl="5" marL="0">
              <a:spcBef>
                <a:spcPts val="0"/>
              </a:spcBef>
              <a:buNone/>
            </a:lvl6pPr>
            <a:lvl7pPr algn="l" indent="0" lvl="6" marL="0">
              <a:spcBef>
                <a:spcPts val="0"/>
              </a:spcBef>
              <a:buNone/>
            </a:lvl7pPr>
            <a:lvl8pPr algn="l" indent="0" lvl="7" marL="0">
              <a:spcBef>
                <a:spcPts val="0"/>
              </a:spcBef>
              <a:buNone/>
            </a:lvl8pPr>
            <a:lvl9pPr algn="l" indent="0" lvl="8" marL="0">
              <a:spcBef>
                <a:spcPts val="0"/>
              </a:spcBef>
              <a:buNone/>
            </a:lvl9pPr>
          </a:lstStyle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3BAE562D-14EB-4A72-B460-E6224BD4716B}" type="slidenum"/>
            <a:endParaRPr dirty="0" lang="en-US"/>
          </a:p>
        </p:txBody>
      </p:sp>
    </p:spTree>
    <p:extLst>
      <p:ext uri="{FA66D11E-94D3-44AA-93D1-AE8FC49C8EA0}">
        <p14:creationId xmlns:p14="http://schemas.microsoft.com/office/powerpoint/2010/main" val="1769061144753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;p6">
            <a:extLst>
              <a:ext uri="{4EDA76C1-98FC-4A72-9DD0-E9FF3DA7B1EF}">
                <a16:creationId xmlns:a16="http://schemas.microsoft.com/office/drawing/2010/main" id="{32451CC2-57FD-407A-A7F2-AE078F4967FE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lvl="1">
              <a:spcBef>
                <a:spcPts val="0"/>
              </a:spcBef>
              <a:spcAft>
                <a:spcPts val="0"/>
              </a:spcAft>
              <a:buNone/>
            </a:lvl2pPr>
            <a:lvl3pPr lvl="2">
              <a:spcBef>
                <a:spcPts val="0"/>
              </a:spcBef>
              <a:spcAft>
                <a:spcPts val="0"/>
              </a:spcAft>
              <a:buNone/>
            </a:lvl3pPr>
            <a:lvl4pPr lvl="3">
              <a:spcBef>
                <a:spcPts val="0"/>
              </a:spcBef>
              <a:spcAft>
                <a:spcPts val="0"/>
              </a:spcAft>
              <a:buNone/>
            </a:lvl4pPr>
            <a:lvl5pPr lvl="4">
              <a:spcBef>
                <a:spcPts val="0"/>
              </a:spcBef>
              <a:spcAft>
                <a:spcPts val="0"/>
              </a:spcAft>
              <a:buNone/>
            </a:lvl5pPr>
            <a:lvl6pPr lvl="5">
              <a:spcBef>
                <a:spcPts val="0"/>
              </a:spcBef>
              <a:spcAft>
                <a:spcPts val="0"/>
              </a:spcAft>
              <a:buNone/>
            </a:lvl6pPr>
            <a:lvl7pPr lvl="6">
              <a:spcBef>
                <a:spcPts val="0"/>
              </a:spcBef>
              <a:spcAft>
                <a:spcPts val="0"/>
              </a:spcAft>
              <a:buNone/>
            </a:lvl7pPr>
            <a:lvl8pPr lvl="7">
              <a:spcBef>
                <a:spcPts val="0"/>
              </a:spcBef>
              <a:spcAft>
                <a:spcPts val="0"/>
              </a:spcAft>
              <a:buNone/>
            </a:lvl8pPr>
            <a:lvl9pPr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Google Shape;49;p6">
            <a:extLst>
              <a:ext uri="{5AF0709E-AA76-4A3C-971D-C8D7EFF91B16}">
                <a16:creationId xmlns:a16="http://schemas.microsoft.com/office/drawing/2010/main" id="{0152DE5A-94E4-429C-845A-77BFFCD82534}"/>
              </a:ext>
            </a:extLst>
          </p:cNvPr>
          <p:cNvSpPr/>
          <p:nvPr>
            <p:ph idx="1" type="body"/>
          </p:nvPr>
        </p:nvSpPr>
        <p:spPr>
          <a:xfrm rot="0">
            <a:off x="1024128" y="2179636"/>
            <a:ext cx="4754879" cy="822959"/>
          </a:xfrm>
          <a:prstGeom prst="rect">
            <a:avLst/>
          </a:prstGeom>
          <a:noFill/>
          <a:ln>
            <a:noFill/>
          </a:ln>
        </p:spPr>
        <p:txBody>
          <a:bodyPr anchor="ctr" bIns="45700" lIns="137150" rIns="137150" rtlCol="0" spcFirstLastPara="true" tIns="45700" wrap="square">
            <a:noAutofit/>
          </a:bodyPr>
          <a:lstStyle>
            <a:lvl1pPr algn="l" indent="-228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lang="en-US" sz="2300">
                <a:solidFill>
                  <a:schemeClr val="accent1"/>
                </a:solidFill>
                <a:latin typeface="Twentieth Century"/>
              </a:defRPr>
            </a:lvl1pPr>
            <a:lvl2pPr algn="l" indent="-228600" lvl="1" marL="91440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b="1" dirty="0" lang="en-US" sz="2000">
                <a:latin typeface="+mn-lt"/>
              </a:defRPr>
            </a:lvl2pPr>
            <a:lvl3pPr algn="l" indent="-2286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1" dirty="0" lang="en-US" sz="1800">
                <a:latin typeface="+mn-lt"/>
              </a:defRPr>
            </a:lvl3pPr>
            <a:lvl4pPr algn="l" indent="-2286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1" dirty="0" lang="en-US" sz="1600">
                <a:latin typeface="+mn-lt"/>
              </a:defRPr>
            </a:lvl4pPr>
            <a:lvl5pPr algn="l" indent="-2286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1" dirty="0" lang="en-US" sz="1600">
                <a:latin typeface="+mn-lt"/>
              </a:defRPr>
            </a:lvl5pPr>
            <a:lvl6pPr algn="l" indent="-2286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1" dirty="0" lang="en-US" sz="1600">
                <a:latin typeface="+mn-lt"/>
              </a:defRPr>
            </a:lvl6pPr>
            <a:lvl7pPr algn="l" indent="-2286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1" dirty="0" lang="en-US" sz="1600">
                <a:latin typeface="+mn-lt"/>
              </a:defRPr>
            </a:lvl7pPr>
            <a:lvl8pPr algn="l" indent="-2286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1" dirty="0" lang="en-US" sz="1600">
                <a:latin typeface="+mn-lt"/>
              </a:defRPr>
            </a:lvl8pPr>
            <a:lvl9pPr algn="l" indent="-228600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defRPr b="1" dirty="0" lang="en-US" sz="1600">
                <a:latin typeface="+mn-lt"/>
              </a:defRPr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Google Shape;50;p6">
            <a:extLst>
              <a:ext uri="{7E301656-DBBF-4339-924C-CBFC88BA1EF2}">
                <a16:creationId xmlns:a16="http://schemas.microsoft.com/office/drawing/2010/main" id="{A6D214AC-EDD5-4B52-B5F2-1561A39BFCAC}"/>
              </a:ext>
            </a:extLst>
          </p:cNvPr>
          <p:cNvSpPr/>
          <p:nvPr>
            <p:ph idx="2" type="body"/>
          </p:nvPr>
        </p:nvSpPr>
        <p:spPr>
          <a:xfrm rot="0">
            <a:off x="1024128" y="2967788"/>
            <a:ext cx="4754879" cy="3341572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>
            <a:lvl1pPr algn="l" indent="-342900" lvl="0" marL="4572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lvl1pPr>
            <a:lvl2pPr algn="l" indent="-342900" lvl="1" marL="91440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🢝"/>
              <a:buSzPct val="100000"/>
            </a:lvl2pPr>
            <a:lvl3pPr algn="l" indent="-3429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3pPr>
            <a:lvl4pPr algn="l" indent="-3429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4pPr>
            <a:lvl5pPr algn="l" indent="-3429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5pPr>
            <a:lvl6pPr algn="l" indent="-3429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6pPr>
            <a:lvl7pPr algn="l" indent="-3429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7pPr>
            <a:lvl8pPr algn="l" indent="-3429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8pPr>
            <a:lvl9pPr algn="l" indent="-342900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har char="🢝"/>
              <a:buSzPct val="100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Google Shape;51;p6">
            <a:extLst>
              <a:ext uri="{CD375DF6-5EF2-4F9C-8CBE-91BA6A55F787}">
                <a16:creationId xmlns:a16="http://schemas.microsoft.com/office/drawing/2010/main" id="{94A2E5B1-55C9-41D9-9B1D-CCA267F12901}"/>
              </a:ext>
            </a:extLst>
          </p:cNvPr>
          <p:cNvSpPr/>
          <p:nvPr>
            <p:ph idx="3" type="body"/>
          </p:nvPr>
        </p:nvSpPr>
        <p:spPr>
          <a:xfrm rot="0">
            <a:off x="5990888" y="2179636"/>
            <a:ext cx="4754879" cy="822959"/>
          </a:xfrm>
          <a:prstGeom prst="rect">
            <a:avLst/>
          </a:prstGeom>
          <a:noFill/>
          <a:ln>
            <a:noFill/>
          </a:ln>
        </p:spPr>
        <p:txBody>
          <a:bodyPr anchor="ctr" bIns="45700" lIns="137150" rIns="137150" rtlCol="0" spcFirstLastPara="true" tIns="45700" wrap="square">
            <a:noAutofit/>
          </a:bodyPr>
          <a:lstStyle>
            <a:lvl1pPr algn="l" indent="-228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lang="en-US" sz="2300">
                <a:solidFill>
                  <a:schemeClr val="accent1"/>
                </a:solidFill>
                <a:latin typeface="Twentieth Century"/>
              </a:defRPr>
            </a:lvl1pPr>
            <a:lvl2pPr algn="l" indent="-228600" lvl="1" marL="91440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b="1" dirty="0" lang="en-US" sz="2000">
                <a:latin typeface="+mn-lt"/>
              </a:defRPr>
            </a:lvl2pPr>
            <a:lvl3pPr algn="l" indent="-2286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1" dirty="0" lang="en-US" sz="1800">
                <a:latin typeface="+mn-lt"/>
              </a:defRPr>
            </a:lvl3pPr>
            <a:lvl4pPr algn="l" indent="-2286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1" dirty="0" lang="en-US" sz="1600">
                <a:latin typeface="+mn-lt"/>
              </a:defRPr>
            </a:lvl4pPr>
            <a:lvl5pPr algn="l" indent="-2286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1" dirty="0" lang="en-US" sz="1600">
                <a:latin typeface="+mn-lt"/>
              </a:defRPr>
            </a:lvl5pPr>
            <a:lvl6pPr algn="l" indent="-2286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1" dirty="0" lang="en-US" sz="1600">
                <a:latin typeface="+mn-lt"/>
              </a:defRPr>
            </a:lvl6pPr>
            <a:lvl7pPr algn="l" indent="-2286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1" dirty="0" lang="en-US" sz="1600">
                <a:latin typeface="+mn-lt"/>
              </a:defRPr>
            </a:lvl7pPr>
            <a:lvl8pPr algn="l" indent="-2286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1" dirty="0" lang="en-US" sz="1600">
                <a:latin typeface="+mn-lt"/>
              </a:defRPr>
            </a:lvl8pPr>
            <a:lvl9pPr algn="l" indent="-228600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defRPr b="1" dirty="0" lang="en-US" sz="1600">
                <a:latin typeface="+mn-lt"/>
              </a:defRPr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Google Shape;52;p6">
            <a:extLst>
              <a:ext uri="{D333E37F-F0C2-40A9-A464-3E8005440BAD}">
                <a16:creationId xmlns:a16="http://schemas.microsoft.com/office/drawing/2010/main" id="{AD33195A-FEB9-4224-ADE3-6C15FE2ECE92}"/>
              </a:ext>
            </a:extLst>
          </p:cNvPr>
          <p:cNvSpPr/>
          <p:nvPr>
            <p:ph idx="4" type="body"/>
          </p:nvPr>
        </p:nvSpPr>
        <p:spPr>
          <a:xfrm rot="0">
            <a:off x="5990888" y="2967788"/>
            <a:ext cx="4754879" cy="3341572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>
            <a:lvl1pPr algn="l" indent="-342900" lvl="0" marL="4572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lvl1pPr>
            <a:lvl2pPr algn="l" indent="-342900" lvl="1" marL="91440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🢝"/>
              <a:buSzPct val="100000"/>
            </a:lvl2pPr>
            <a:lvl3pPr algn="l" indent="-3429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3pPr>
            <a:lvl4pPr algn="l" indent="-3429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4pPr>
            <a:lvl5pPr algn="l" indent="-3429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5pPr>
            <a:lvl6pPr algn="l" indent="-3429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6pPr>
            <a:lvl7pPr algn="l" indent="-3429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7pPr>
            <a:lvl8pPr algn="l" indent="-3429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8pPr>
            <a:lvl9pPr algn="l" indent="-342900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har char="🢝"/>
              <a:buSzPct val="100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Google Shape;53;p6">
            <a:extLst>
              <a:ext uri="{2287BD16-3BDF-4F31-80AC-84F253BBE1D3}">
                <a16:creationId xmlns:a16="http://schemas.microsoft.com/office/drawing/2010/main" id="{AA710E38-4B4D-44EE-95F0-23421F94131C}"/>
              </a:ext>
            </a:extLst>
          </p:cNvPr>
          <p:cNvSpPr/>
          <p:nvPr>
            <p:ph idx="10" sz="half" type="dt"/>
          </p:nvPr>
        </p:nvSpPr>
        <p:spPr>
          <a:xfrm rot="0"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8" name="Google Shape;54;p6">
            <a:extLst>
              <a:ext uri="{252ED32A-3412-4FBD-85A6-A44A163B1FF5}">
                <a16:creationId xmlns:a16="http://schemas.microsoft.com/office/drawing/2010/main" id="{5C98BA03-56AA-4D93-A4BF-E55C552E3CFF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Google Shape;55;p6">
            <a:extLst>
              <a:ext uri="{84E6EED6-3595-4F10-98D3-2C244A497C27}">
                <a16:creationId xmlns:a16="http://schemas.microsoft.com/office/drawing/2010/main" id="{B075D539-9C2E-4B03-A186-53D2D3574093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indent="0" lvl="0" marL="0">
              <a:spcBef>
                <a:spcPts val="0"/>
              </a:spcBef>
              <a:buNone/>
            </a:lvl1pPr>
            <a:lvl2pPr algn="l" indent="0" lvl="1" marL="0">
              <a:spcBef>
                <a:spcPts val="0"/>
              </a:spcBef>
              <a:buNone/>
            </a:lvl2pPr>
            <a:lvl3pPr algn="l" indent="0" lvl="2" marL="0">
              <a:spcBef>
                <a:spcPts val="0"/>
              </a:spcBef>
              <a:buNone/>
            </a:lvl3pPr>
            <a:lvl4pPr algn="l" indent="0" lvl="3" marL="0">
              <a:spcBef>
                <a:spcPts val="0"/>
              </a:spcBef>
              <a:buNone/>
            </a:lvl4pPr>
            <a:lvl5pPr algn="l" indent="0" lvl="4" marL="0">
              <a:spcBef>
                <a:spcPts val="0"/>
              </a:spcBef>
              <a:buNone/>
            </a:lvl5pPr>
            <a:lvl6pPr algn="l" indent="0" lvl="5" marL="0">
              <a:spcBef>
                <a:spcPts val="0"/>
              </a:spcBef>
              <a:buNone/>
            </a:lvl6pPr>
            <a:lvl7pPr algn="l" indent="0" lvl="6" marL="0">
              <a:spcBef>
                <a:spcPts val="0"/>
              </a:spcBef>
              <a:buNone/>
            </a:lvl7pPr>
            <a:lvl8pPr algn="l" indent="0" lvl="7" marL="0">
              <a:spcBef>
                <a:spcPts val="0"/>
              </a:spcBef>
              <a:buNone/>
            </a:lvl8pPr>
            <a:lvl9pPr algn="l" indent="0" lvl="8" marL="0">
              <a:spcBef>
                <a:spcPts val="0"/>
              </a:spcBef>
              <a:buNone/>
            </a:lvl9pPr>
          </a:lstStyle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98FBA422-CB9D-4328-9453-788B1168546A}" type="slidenum"/>
            <a:endParaRPr dirty="0" lang="en-US"/>
          </a:p>
        </p:txBody>
      </p:sp>
    </p:spTree>
    <p:extLst>
      <p:ext uri="{95172AAE-C992-4DF2-9E8F-5823BA7EA995}">
        <p14:creationId xmlns:p14="http://schemas.microsoft.com/office/powerpoint/2010/main" val="1769061144755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;p7">
            <a:extLst>
              <a:ext uri="{FAE4FB0D-9A8E-4AD4-BF69-57A63BD19110}">
                <a16:creationId xmlns:a16="http://schemas.microsoft.com/office/drawing/2010/main" id="{316FF455-F9BC-42E7-A669-96C29E69DE35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lvl="1">
              <a:spcBef>
                <a:spcPts val="0"/>
              </a:spcBef>
              <a:spcAft>
                <a:spcPts val="0"/>
              </a:spcAft>
              <a:buNone/>
            </a:lvl2pPr>
            <a:lvl3pPr lvl="2">
              <a:spcBef>
                <a:spcPts val="0"/>
              </a:spcBef>
              <a:spcAft>
                <a:spcPts val="0"/>
              </a:spcAft>
              <a:buNone/>
            </a:lvl3pPr>
            <a:lvl4pPr lvl="3">
              <a:spcBef>
                <a:spcPts val="0"/>
              </a:spcBef>
              <a:spcAft>
                <a:spcPts val="0"/>
              </a:spcAft>
              <a:buNone/>
            </a:lvl4pPr>
            <a:lvl5pPr lvl="4">
              <a:spcBef>
                <a:spcPts val="0"/>
              </a:spcBef>
              <a:spcAft>
                <a:spcPts val="0"/>
              </a:spcAft>
              <a:buNone/>
            </a:lvl5pPr>
            <a:lvl6pPr lvl="5">
              <a:spcBef>
                <a:spcPts val="0"/>
              </a:spcBef>
              <a:spcAft>
                <a:spcPts val="0"/>
              </a:spcAft>
              <a:buNone/>
            </a:lvl6pPr>
            <a:lvl7pPr lvl="6">
              <a:spcBef>
                <a:spcPts val="0"/>
              </a:spcBef>
              <a:spcAft>
                <a:spcPts val="0"/>
              </a:spcAft>
              <a:buNone/>
            </a:lvl7pPr>
            <a:lvl8pPr lvl="7">
              <a:spcBef>
                <a:spcPts val="0"/>
              </a:spcBef>
              <a:spcAft>
                <a:spcPts val="0"/>
              </a:spcAft>
              <a:buNone/>
            </a:lvl8pPr>
            <a:lvl9pPr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Google Shape;58;p7">
            <a:extLst>
              <a:ext uri="{FC2483EC-60FE-4899-9893-957F068C8162}">
                <a16:creationId xmlns:a16="http://schemas.microsoft.com/office/drawing/2010/main" id="{319DC76F-2A16-4AC6-8960-7643040D30B3}"/>
              </a:ext>
            </a:extLst>
          </p:cNvPr>
          <p:cNvSpPr/>
          <p:nvPr>
            <p:ph idx="10" sz="half" type="dt"/>
          </p:nvPr>
        </p:nvSpPr>
        <p:spPr>
          <a:xfrm rot="0"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Google Shape;59;p7">
            <a:extLst>
              <a:ext uri="{8CC8F22B-0631-4DD0-A82E-5D8F4FE59694}">
                <a16:creationId xmlns:a16="http://schemas.microsoft.com/office/drawing/2010/main" id="{4FC8C2B2-FF63-473D-8027-803CF934A8EC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Google Shape;60;p7">
            <a:extLst>
              <a:ext uri="{ED95DDE8-5762-4920-B804-33806D90DFD9}">
                <a16:creationId xmlns:a16="http://schemas.microsoft.com/office/drawing/2010/main" id="{1FE18430-2F79-4314-A360-8189EF5EAF60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indent="0" lvl="0" marL="0">
              <a:spcBef>
                <a:spcPts val="0"/>
              </a:spcBef>
              <a:buNone/>
            </a:lvl1pPr>
            <a:lvl2pPr algn="l" indent="0" lvl="1" marL="0">
              <a:spcBef>
                <a:spcPts val="0"/>
              </a:spcBef>
              <a:buNone/>
            </a:lvl2pPr>
            <a:lvl3pPr algn="l" indent="0" lvl="2" marL="0">
              <a:spcBef>
                <a:spcPts val="0"/>
              </a:spcBef>
              <a:buNone/>
            </a:lvl3pPr>
            <a:lvl4pPr algn="l" indent="0" lvl="3" marL="0">
              <a:spcBef>
                <a:spcPts val="0"/>
              </a:spcBef>
              <a:buNone/>
            </a:lvl4pPr>
            <a:lvl5pPr algn="l" indent="0" lvl="4" marL="0">
              <a:spcBef>
                <a:spcPts val="0"/>
              </a:spcBef>
              <a:buNone/>
            </a:lvl5pPr>
            <a:lvl6pPr algn="l" indent="0" lvl="5" marL="0">
              <a:spcBef>
                <a:spcPts val="0"/>
              </a:spcBef>
              <a:buNone/>
            </a:lvl6pPr>
            <a:lvl7pPr algn="l" indent="0" lvl="6" marL="0">
              <a:spcBef>
                <a:spcPts val="0"/>
              </a:spcBef>
              <a:buNone/>
            </a:lvl7pPr>
            <a:lvl8pPr algn="l" indent="0" lvl="7" marL="0">
              <a:spcBef>
                <a:spcPts val="0"/>
              </a:spcBef>
              <a:buNone/>
            </a:lvl8pPr>
            <a:lvl9pPr algn="l" indent="0" lvl="8" marL="0">
              <a:spcBef>
                <a:spcPts val="0"/>
              </a:spcBef>
              <a:buNone/>
            </a:lvl9pPr>
          </a:lstStyle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AF483747-5A7C-4BDC-B272-3E8A886D74F3}" type="slidenum"/>
            <a:endParaRPr dirty="0" lang="en-US"/>
          </a:p>
        </p:txBody>
      </p:sp>
    </p:spTree>
    <p:extLst>
      <p:ext uri="{C76C8BA6-DD77-4C34-B2FD-324F7ABA9931}">
        <p14:creationId xmlns:p14="http://schemas.microsoft.com/office/powerpoint/2010/main" val="1769061144757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fals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2;p8">
            <a:extLst>
              <a:ext uri="{9E483782-5C57-44C8-BE37-BC80B73F5A67}">
                <a16:creationId xmlns:a16="http://schemas.microsoft.com/office/drawing/2010/main" id="{EDE453D4-DB7C-44CF-A813-8DE1154A03D8}"/>
              </a:ext>
            </a:extLst>
          </p:cNvPr>
          <p:cNvSpPr/>
          <p:nvPr>
            <p:ph idx="10" sz="half" type="dt"/>
          </p:nvPr>
        </p:nvSpPr>
        <p:spPr>
          <a:xfrm rot="0"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Google Shape;63;p8">
            <a:extLst>
              <a:ext uri="{17B9E512-228A-4E34-AFE0-A3AB59F71B8B}">
                <a16:creationId xmlns:a16="http://schemas.microsoft.com/office/drawing/2010/main" id="{0B3DD2B5-2FC8-4162-8F2F-7362F0C1059F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Google Shape;64;p8">
            <a:extLst>
              <a:ext uri="{698A44FE-7171-4B27-BA14-89E03D8A8A7F}">
                <a16:creationId xmlns:a16="http://schemas.microsoft.com/office/drawing/2010/main" id="{EF4E4CD1-9F23-4F5C-A30C-C27B58925269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indent="0" lvl="0" marL="0">
              <a:spcBef>
                <a:spcPts val="0"/>
              </a:spcBef>
              <a:buNone/>
            </a:lvl1pPr>
            <a:lvl2pPr algn="l" indent="0" lvl="1" marL="0">
              <a:spcBef>
                <a:spcPts val="0"/>
              </a:spcBef>
              <a:buNone/>
            </a:lvl2pPr>
            <a:lvl3pPr algn="l" indent="0" lvl="2" marL="0">
              <a:spcBef>
                <a:spcPts val="0"/>
              </a:spcBef>
              <a:buNone/>
            </a:lvl3pPr>
            <a:lvl4pPr algn="l" indent="0" lvl="3" marL="0">
              <a:spcBef>
                <a:spcPts val="0"/>
              </a:spcBef>
              <a:buNone/>
            </a:lvl4pPr>
            <a:lvl5pPr algn="l" indent="0" lvl="4" marL="0">
              <a:spcBef>
                <a:spcPts val="0"/>
              </a:spcBef>
              <a:buNone/>
            </a:lvl5pPr>
            <a:lvl6pPr algn="l" indent="0" lvl="5" marL="0">
              <a:spcBef>
                <a:spcPts val="0"/>
              </a:spcBef>
              <a:buNone/>
            </a:lvl6pPr>
            <a:lvl7pPr algn="l" indent="0" lvl="6" marL="0">
              <a:spcBef>
                <a:spcPts val="0"/>
              </a:spcBef>
              <a:buNone/>
            </a:lvl7pPr>
            <a:lvl8pPr algn="l" indent="0" lvl="7" marL="0">
              <a:spcBef>
                <a:spcPts val="0"/>
              </a:spcBef>
              <a:buNone/>
            </a:lvl8pPr>
            <a:lvl9pPr algn="l" indent="0" lvl="8" marL="0">
              <a:spcBef>
                <a:spcPts val="0"/>
              </a:spcBef>
              <a:buNone/>
            </a:lvl9pPr>
          </a:lstStyle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E6C43EAC-3085-44F3-ACC8-5EF956B9AA67}" type="slidenum"/>
            <a:endParaRPr dirty="0" lang="en-US"/>
          </a:p>
        </p:txBody>
      </p:sp>
    </p:spTree>
    <p:extLst>
      <p:ext uri="{450F57C1-6783-4BFD-A862-08995832D562}">
        <p14:creationId xmlns:p14="http://schemas.microsoft.com/office/powerpoint/2010/main" val="1769061144758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6;p9">
            <a:extLst>
              <a:ext uri="{42086EC3-D84E-48E5-84EB-14ECC02898FB}">
                <a16:creationId xmlns:a16="http://schemas.microsoft.com/office/drawing/2010/main" id="{453CE188-003C-4AFD-BE5F-6F9471C23BF1}"/>
              </a:ext>
            </a:extLst>
          </p:cNvPr>
          <p:cNvSpPr/>
          <p:nvPr>
            <p:ph type="title"/>
          </p:nvPr>
        </p:nvSpPr>
        <p:spPr>
          <a:xfrm rot="0">
            <a:off x="1024128" y="471508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dirty="0" lang="en-US" sz="4000"/>
            </a:lvl1pPr>
            <a:lvl2pPr lvl="1">
              <a:spcBef>
                <a:spcPts val="0"/>
              </a:spcBef>
              <a:spcAft>
                <a:spcPts val="0"/>
              </a:spcAft>
              <a:buNone/>
            </a:lvl2pPr>
            <a:lvl3pPr lvl="2">
              <a:spcBef>
                <a:spcPts val="0"/>
              </a:spcBef>
              <a:spcAft>
                <a:spcPts val="0"/>
              </a:spcAft>
              <a:buNone/>
            </a:lvl3pPr>
            <a:lvl4pPr lvl="3">
              <a:spcBef>
                <a:spcPts val="0"/>
              </a:spcBef>
              <a:spcAft>
                <a:spcPts val="0"/>
              </a:spcAft>
              <a:buNone/>
            </a:lvl4pPr>
            <a:lvl5pPr lvl="4">
              <a:spcBef>
                <a:spcPts val="0"/>
              </a:spcBef>
              <a:spcAft>
                <a:spcPts val="0"/>
              </a:spcAft>
              <a:buNone/>
            </a:lvl5pPr>
            <a:lvl6pPr lvl="5">
              <a:spcBef>
                <a:spcPts val="0"/>
              </a:spcBef>
              <a:spcAft>
                <a:spcPts val="0"/>
              </a:spcAft>
              <a:buNone/>
            </a:lvl6pPr>
            <a:lvl7pPr lvl="6">
              <a:spcBef>
                <a:spcPts val="0"/>
              </a:spcBef>
              <a:spcAft>
                <a:spcPts val="0"/>
              </a:spcAft>
              <a:buNone/>
            </a:lvl7pPr>
            <a:lvl8pPr lvl="7">
              <a:spcBef>
                <a:spcPts val="0"/>
              </a:spcBef>
              <a:spcAft>
                <a:spcPts val="0"/>
              </a:spcAft>
              <a:buNone/>
            </a:lvl8pPr>
            <a:lvl9pPr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Google Shape;67;p9">
            <a:extLst>
              <a:ext uri="{BF9E74F1-16D4-44D3-A284-BFEE6F99C9FD}">
                <a16:creationId xmlns:a16="http://schemas.microsoft.com/office/drawing/2010/main" id="{0B58C6C9-E71C-456A-891B-A98DFD8ACCE1}"/>
              </a:ext>
            </a:extLst>
          </p:cNvPr>
          <p:cNvSpPr/>
          <p:nvPr>
            <p:ph idx="1" type="body"/>
          </p:nvPr>
        </p:nvSpPr>
        <p:spPr>
          <a:xfrm rot="0">
            <a:off x="5715000" y="822959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>
            <a:lvl1pPr algn="l" indent="-381000" lvl="0" marL="4572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dirty="0" lang="en-US" sz="2400"/>
            </a:lvl1pPr>
            <a:lvl2pPr algn="l" indent="-355600" lvl="1" marL="91440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🢝"/>
              <a:buSzPct val="100000"/>
              <a:defRPr dirty="0" lang="en-US" sz="2000"/>
            </a:lvl2pPr>
            <a:lvl3pPr algn="l" indent="-330199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  <a:defRPr dirty="0" lang="en-US" sz="1600"/>
            </a:lvl3pPr>
            <a:lvl4pPr algn="l" indent="-330199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  <a:defRPr dirty="0" lang="en-US" sz="1600"/>
            </a:lvl4pPr>
            <a:lvl5pPr algn="l" indent="-330199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  <a:defRPr dirty="0" lang="en-US" sz="1600"/>
            </a:lvl5pPr>
            <a:lvl6pPr algn="l" indent="-330199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  <a:defRPr dirty="0" lang="en-US" sz="1600"/>
            </a:lvl6pPr>
            <a:lvl7pPr algn="l" indent="-330199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  <a:defRPr dirty="0" lang="en-US" sz="1600"/>
            </a:lvl7pPr>
            <a:lvl8pPr algn="l" indent="-330199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  <a:defRPr dirty="0" lang="en-US" sz="1600"/>
            </a:lvl8pPr>
            <a:lvl9pPr algn="l" indent="-330199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har char="🢝"/>
              <a:buSzPct val="100000"/>
              <a:defRPr dirty="0" lang="en-US" sz="16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Google Shape;68;p9">
            <a:extLst>
              <a:ext uri="{996378C2-6FC8-4DE7-A322-62014CA6624E}">
                <a16:creationId xmlns:a16="http://schemas.microsoft.com/office/drawing/2010/main" id="{3CD09048-F4D6-4B50-86A3-04389334DAF2}"/>
              </a:ext>
            </a:extLst>
          </p:cNvPr>
          <p:cNvSpPr/>
          <p:nvPr>
            <p:ph idx="2" type="body"/>
          </p:nvPr>
        </p:nvSpPr>
        <p:spPr>
          <a:xfrm rot="0"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rIns="91425" rtlCol="0" spcFirstLastPara="true" tIns="45700" wrap="square">
            <a:noAutofit/>
          </a:bodyPr>
          <a:lstStyle>
            <a:lvl1pPr algn="l" indent="-228600" lvl="0" marL="457200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None/>
              <a:defRPr dirty="0" lang="en-US" sz="1600"/>
            </a:lvl1pPr>
            <a:lvl2pPr algn="l" indent="-228600" lvl="1" marL="91440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dirty="0" lang="en-US" sz="1200"/>
            </a:lvl2pPr>
            <a:lvl3pPr algn="l" indent="-2286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000"/>
            </a:lvl3pPr>
            <a:lvl4pPr algn="l" indent="-2286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900"/>
            </a:lvl4pPr>
            <a:lvl5pPr algn="l" indent="-2286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900"/>
            </a:lvl5pPr>
            <a:lvl6pPr algn="l" indent="-2286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900"/>
            </a:lvl6pPr>
            <a:lvl7pPr algn="l" indent="-2286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900"/>
            </a:lvl7pPr>
            <a:lvl8pPr algn="l" indent="-2286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900"/>
            </a:lvl8pPr>
            <a:lvl9pPr algn="l" indent="-228600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defRPr dirty="0" lang="en-US" sz="9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Google Shape;69;p9">
            <a:extLst>
              <a:ext uri="{9A802787-C18F-4460-A321-BD61087160D6}">
                <a16:creationId xmlns:a16="http://schemas.microsoft.com/office/drawing/2010/main" id="{D88560F9-A41C-431D-9C70-83DCD201B7F9}"/>
              </a:ext>
            </a:extLst>
          </p:cNvPr>
          <p:cNvSpPr/>
          <p:nvPr>
            <p:ph idx="10" sz="half" type="dt"/>
          </p:nvPr>
        </p:nvSpPr>
        <p:spPr>
          <a:xfrm rot="0"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Google Shape;70;p9">
            <a:extLst>
              <a:ext uri="{2AB72705-66B5-4625-95B5-C827C794547B}">
                <a16:creationId xmlns:a16="http://schemas.microsoft.com/office/drawing/2010/main" id="{3510788E-0FCC-4165-A7FD-A1666C02A52C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Google Shape;71;p9">
            <a:extLst>
              <a:ext uri="{E0920A3D-113D-4D14-BF17-0C1795D44FF2}">
                <a16:creationId xmlns:a16="http://schemas.microsoft.com/office/drawing/2010/main" id="{F6E70D6C-F3C1-4EA6-9961-A0B186B6D99B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indent="0" lvl="0" marL="0">
              <a:spcBef>
                <a:spcPts val="0"/>
              </a:spcBef>
              <a:buNone/>
            </a:lvl1pPr>
            <a:lvl2pPr algn="l" indent="0" lvl="1" marL="0">
              <a:spcBef>
                <a:spcPts val="0"/>
              </a:spcBef>
              <a:buNone/>
            </a:lvl2pPr>
            <a:lvl3pPr algn="l" indent="0" lvl="2" marL="0">
              <a:spcBef>
                <a:spcPts val="0"/>
              </a:spcBef>
              <a:buNone/>
            </a:lvl3pPr>
            <a:lvl4pPr algn="l" indent="0" lvl="3" marL="0">
              <a:spcBef>
                <a:spcPts val="0"/>
              </a:spcBef>
              <a:buNone/>
            </a:lvl4pPr>
            <a:lvl5pPr algn="l" indent="0" lvl="4" marL="0">
              <a:spcBef>
                <a:spcPts val="0"/>
              </a:spcBef>
              <a:buNone/>
            </a:lvl5pPr>
            <a:lvl6pPr algn="l" indent="0" lvl="5" marL="0">
              <a:spcBef>
                <a:spcPts val="0"/>
              </a:spcBef>
              <a:buNone/>
            </a:lvl6pPr>
            <a:lvl7pPr algn="l" indent="0" lvl="6" marL="0">
              <a:spcBef>
                <a:spcPts val="0"/>
              </a:spcBef>
              <a:buNone/>
            </a:lvl7pPr>
            <a:lvl8pPr algn="l" indent="0" lvl="7" marL="0">
              <a:spcBef>
                <a:spcPts val="0"/>
              </a:spcBef>
              <a:buNone/>
            </a:lvl8pPr>
            <a:lvl9pPr algn="l" indent="0" lvl="8" marL="0">
              <a:spcBef>
                <a:spcPts val="0"/>
              </a:spcBef>
              <a:buNone/>
            </a:lvl9pPr>
          </a:lstStyle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1894C4CC-8CA7-41D9-BE28-E9369E52D269}" type="slidenum"/>
            <a:endParaRPr dirty="0" lang="en-US"/>
          </a:p>
        </p:txBody>
      </p:sp>
    </p:spTree>
    <p:extLst>
      <p:ext uri="{D735D5F6-5105-4C02-AF9C-4655D3397F93}">
        <p14:creationId xmlns:p14="http://schemas.microsoft.com/office/powerpoint/2010/main" val="1769061144760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false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3;p10">
            <a:extLst>
              <a:ext uri="{C095A84D-47A4-492A-82EA-BC0FB1EC8E7F}">
                <a16:creationId xmlns:a16="http://schemas.microsoft.com/office/drawing/2010/main" id="{F8385AFB-E4D1-44E3-B3DB-694DFF764560}"/>
              </a:ext>
            </a:extLst>
          </p:cNvPr>
          <p:cNvSpPr/>
          <p:nvPr>
            <p:ph type="title"/>
          </p:nvPr>
        </p:nvSpPr>
        <p:spPr>
          <a:xfrm rot="0"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dirty="0" lang="en-US" sz="5000"/>
            </a:lvl1pPr>
            <a:lvl2pPr lvl="1">
              <a:spcBef>
                <a:spcPts val="0"/>
              </a:spcBef>
              <a:spcAft>
                <a:spcPts val="0"/>
              </a:spcAft>
              <a:buNone/>
            </a:lvl2pPr>
            <a:lvl3pPr lvl="2">
              <a:spcBef>
                <a:spcPts val="0"/>
              </a:spcBef>
              <a:spcAft>
                <a:spcPts val="0"/>
              </a:spcAft>
              <a:buNone/>
            </a:lvl3pPr>
            <a:lvl4pPr lvl="3">
              <a:spcBef>
                <a:spcPts val="0"/>
              </a:spcBef>
              <a:spcAft>
                <a:spcPts val="0"/>
              </a:spcAft>
              <a:buNone/>
            </a:lvl4pPr>
            <a:lvl5pPr lvl="4">
              <a:spcBef>
                <a:spcPts val="0"/>
              </a:spcBef>
              <a:spcAft>
                <a:spcPts val="0"/>
              </a:spcAft>
              <a:buNone/>
            </a:lvl5pPr>
            <a:lvl6pPr lvl="5">
              <a:spcBef>
                <a:spcPts val="0"/>
              </a:spcBef>
              <a:spcAft>
                <a:spcPts val="0"/>
              </a:spcAft>
              <a:buNone/>
            </a:lvl6pPr>
            <a:lvl7pPr lvl="6">
              <a:spcBef>
                <a:spcPts val="0"/>
              </a:spcBef>
              <a:spcAft>
                <a:spcPts val="0"/>
              </a:spcAft>
              <a:buNone/>
            </a:lvl7pPr>
            <a:lvl8pPr lvl="7">
              <a:spcBef>
                <a:spcPts val="0"/>
              </a:spcBef>
              <a:spcAft>
                <a:spcPts val="0"/>
              </a:spcAft>
              <a:buNone/>
            </a:lvl8pPr>
            <a:lvl9pPr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Google Shape;74;p10">
            <a:extLst>
              <a:ext uri="{638A78DC-23FA-451B-AB1B-CD660C9B78BF}">
                <a16:creationId xmlns:a16="http://schemas.microsoft.com/office/drawing/2010/main" id="{6E283D27-B43B-4E91-A3F7-C1635E9EF084}"/>
              </a:ext>
            </a:extLst>
          </p:cNvPr>
          <p:cNvSpPr/>
          <p:nvPr>
            <p:ph idx="1" type="pic"/>
          </p:nvPr>
        </p:nvSpPr>
        <p:spPr>
          <a:xfrm rot="0">
            <a:off x="0" y="-1"/>
            <a:ext cx="12188952" cy="4572000"/>
          </a:xfrm>
          <a:prstGeom prst="rect">
            <a:avLst/>
          </a:prstGeom>
          <a:solidFill>
            <a:srgbClr val="76ceef"/>
          </a:solidFill>
          <a:ln>
            <a:noFill/>
          </a:ln>
        </p:spPr>
        <p:txBody>
          <a:bodyPr anchor="t" bIns="45700" lIns="457200" rIns="45700" rtlCol="0" spcFirstLastPara="true" tIns="365750" wrap="square">
            <a:noAutofit/>
          </a:bodyPr>
          <a:lstStyle>
            <a:lvl1pPr algn="l" lvl="0" marR="0" rtl="fals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b="0" cap="none" dirty="0" i="0" lang="en-US" strike="noStrike" sz="3200" u="none">
                <a:solidFill>
                  <a:schemeClr val="dk1"/>
                </a:solidFill>
                <a:latin typeface="Twentieth Century"/>
              </a:defRPr>
            </a:lvl1pPr>
            <a:lvl2pPr algn="l" lvl="1" marR="0" rtl="false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b="0" cap="none" dirty="0" i="0" lang="en-US" strike="noStrike" sz="2800" u="none">
                <a:solidFill>
                  <a:schemeClr val="dk1"/>
                </a:solidFill>
                <a:latin typeface="Twentieth Century"/>
              </a:defRPr>
            </a:lvl2pPr>
            <a:lvl3pPr algn="l" lvl="2" marR="0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0" cap="none" dirty="0" i="0" lang="en-US" strike="noStrike" sz="2400" u="none">
                <a:solidFill>
                  <a:schemeClr val="dk1"/>
                </a:solidFill>
                <a:latin typeface="Twentieth Century"/>
              </a:defRPr>
            </a:lvl3pPr>
            <a:lvl4pPr algn="l" lvl="3" marR="0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0" cap="none" dirty="0" i="0" lang="en-US" strike="noStrike" sz="2000" u="none">
                <a:solidFill>
                  <a:schemeClr val="dk1"/>
                </a:solidFill>
                <a:latin typeface="Twentieth Century"/>
              </a:defRPr>
            </a:lvl4pPr>
            <a:lvl5pPr algn="l" lvl="4" marR="0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0" cap="none" dirty="0" i="0" lang="en-US" strike="noStrike" sz="2000" u="none">
                <a:solidFill>
                  <a:schemeClr val="dk1"/>
                </a:solidFill>
                <a:latin typeface="Twentieth Century"/>
              </a:defRPr>
            </a:lvl5pPr>
            <a:lvl6pPr algn="l" lvl="5" marR="0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0" cap="none" dirty="0" i="0" lang="en-US" strike="noStrike" sz="2000" u="none">
                <a:solidFill>
                  <a:schemeClr val="dk1"/>
                </a:solidFill>
                <a:latin typeface="Twentieth Century"/>
              </a:defRPr>
            </a:lvl6pPr>
            <a:lvl7pPr algn="l" lvl="6" marR="0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0" cap="none" dirty="0" i="0" lang="en-US" strike="noStrike" sz="2000" u="none">
                <a:solidFill>
                  <a:schemeClr val="dk1"/>
                </a:solidFill>
                <a:latin typeface="Twentieth Century"/>
              </a:defRPr>
            </a:lvl7pPr>
            <a:lvl8pPr algn="l" lvl="7" marR="0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b="0" cap="none" dirty="0" i="0" lang="en-US" strike="noStrike" sz="2000" u="none">
                <a:solidFill>
                  <a:schemeClr val="dk1"/>
                </a:solidFill>
                <a:latin typeface="Twentieth Century"/>
              </a:defRPr>
            </a:lvl8pPr>
            <a:lvl9pPr algn="l" lvl="8" marR="0" rtl="false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defRPr b="0" cap="none" dirty="0" i="0" lang="en-US" strike="noStrike" sz="2000" u="none">
                <a:solidFill>
                  <a:schemeClr val="dk1"/>
                </a:solidFill>
                <a:latin typeface="Twentieth Century"/>
              </a:defRPr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Google Shape;75;p10">
            <a:extLst>
              <a:ext uri="{9135485D-022D-4B1F-9849-CB453A1069E7}">
                <a16:creationId xmlns:a16="http://schemas.microsoft.com/office/drawing/2010/main" id="{F9306F37-0DED-4704-8343-9472F79C2558}"/>
              </a:ext>
            </a:extLst>
          </p:cNvPr>
          <p:cNvSpPr/>
          <p:nvPr>
            <p:ph idx="2" type="body"/>
          </p:nvPr>
        </p:nvSpPr>
        <p:spPr>
          <a:xfrm rot="0"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dirty="0" lang="en-US" sz="1800">
                <a:solidFill>
                  <a:srgbClr val="0c0c0c"/>
                </a:solidFill>
              </a:defRPr>
            </a:lvl1pPr>
            <a:lvl2pPr algn="l" indent="-228600" lvl="1" marL="91440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dirty="0" lang="en-US" sz="1400"/>
            </a:lvl2pPr>
            <a:lvl3pPr algn="l" indent="-2286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200"/>
            </a:lvl3pPr>
            <a:lvl4pPr algn="l" indent="-2286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000"/>
            </a:lvl4pPr>
            <a:lvl5pPr algn="l" indent="-2286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000"/>
            </a:lvl5pPr>
            <a:lvl6pPr algn="l" indent="-2286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000"/>
            </a:lvl6pPr>
            <a:lvl7pPr algn="l" indent="-2286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000"/>
            </a:lvl7pPr>
            <a:lvl8pPr algn="l" indent="-2286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dirty="0" lang="en-US" sz="1000"/>
            </a:lvl8pPr>
            <a:lvl9pPr algn="l" indent="-228600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defRPr dirty="0" lang="en-US" sz="1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Google Shape;76;p10">
            <a:extLst>
              <a:ext uri="{9B27F57B-624E-45E6-B11A-FABD30397C9B}">
                <a16:creationId xmlns:a16="http://schemas.microsoft.com/office/drawing/2010/main" id="{CB94023A-D7CF-4F60-AA02-90D716C1F037}"/>
              </a:ext>
            </a:extLst>
          </p:cNvPr>
          <p:cNvSpPr/>
          <p:nvPr>
            <p:ph idx="10" sz="half" type="dt"/>
          </p:nvPr>
        </p:nvSpPr>
        <p:spPr>
          <a:xfrm rot="0"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Google Shape;77;p10">
            <a:extLst>
              <a:ext uri="{E51CA837-E226-4486-BE0F-CE83C930958B}">
                <a16:creationId xmlns:a16="http://schemas.microsoft.com/office/drawing/2010/main" id="{A468C0B2-FBF0-418C-BCD3-5514387EB9D7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Google Shape;78;p10">
            <a:extLst>
              <a:ext uri="{688D68B9-C21A-49D9-860D-4D29DF3D2B6A}">
                <a16:creationId xmlns:a16="http://schemas.microsoft.com/office/drawing/2010/main" id="{234F9CD9-E871-43F8-A9BA-E2AD30BB3D4E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indent="0" lvl="0" marL="0">
              <a:spcBef>
                <a:spcPts val="0"/>
              </a:spcBef>
              <a:buNone/>
            </a:lvl1pPr>
            <a:lvl2pPr algn="l" indent="0" lvl="1" marL="0">
              <a:spcBef>
                <a:spcPts val="0"/>
              </a:spcBef>
              <a:buNone/>
            </a:lvl2pPr>
            <a:lvl3pPr algn="l" indent="0" lvl="2" marL="0">
              <a:spcBef>
                <a:spcPts val="0"/>
              </a:spcBef>
              <a:buNone/>
            </a:lvl3pPr>
            <a:lvl4pPr algn="l" indent="0" lvl="3" marL="0">
              <a:spcBef>
                <a:spcPts val="0"/>
              </a:spcBef>
              <a:buNone/>
            </a:lvl4pPr>
            <a:lvl5pPr algn="l" indent="0" lvl="4" marL="0">
              <a:spcBef>
                <a:spcPts val="0"/>
              </a:spcBef>
              <a:buNone/>
            </a:lvl5pPr>
            <a:lvl6pPr algn="l" indent="0" lvl="5" marL="0">
              <a:spcBef>
                <a:spcPts val="0"/>
              </a:spcBef>
              <a:buNone/>
            </a:lvl6pPr>
            <a:lvl7pPr algn="l" indent="0" lvl="6" marL="0">
              <a:spcBef>
                <a:spcPts val="0"/>
              </a:spcBef>
              <a:buNone/>
            </a:lvl7pPr>
            <a:lvl8pPr algn="l" indent="0" lvl="7" marL="0">
              <a:spcBef>
                <a:spcPts val="0"/>
              </a:spcBef>
              <a:buNone/>
            </a:lvl8pPr>
            <a:lvl9pPr algn="l" indent="0" lvl="8" marL="0">
              <a:spcBef>
                <a:spcPts val="0"/>
              </a:spcBef>
              <a:buNone/>
            </a:lvl9pPr>
          </a:lstStyle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8FE8136C-B31D-4ABE-86E6-6945AEF047F2}" type="slidenum"/>
            <a:endParaRPr dirty="0" lang="en-US"/>
          </a:p>
        </p:txBody>
      </p:sp>
      <p:cxnSp>
        <p:nvCxnSpPr>
          <p:cNvPr id="8" name="Google Shape;79;p10">
            <a:extLst>
              <a:ext uri="{D0477642-8A27-4174-93E8-9A7F81309A08}">
                <a16:creationId xmlns:a16="http://schemas.microsoft.com/office/drawing/2010/main" id="{E3A975F1-817C-43BA-A6AF-DECB6BBBEAFA}"/>
              </a:ext>
            </a:extLst>
          </p:cNvPr>
          <p:cNvCxnSpPr/>
          <p:nvPr/>
        </p:nvCxnSpPr>
        <p:spPr>
          <a:xfrm rot="10800000">
            <a:off x="8386842" y="5264106"/>
            <a:ext cx="0" cy="914400"/>
          </a:xfrm>
          <a:prstGeom prst="line">
            <a:avLst/>
          </a:prstGeom>
          <a:noFill/>
          <a:ln cap="flat" w="19050">
            <a:solidFill>
              <a:schemeClr val="accent1"/>
            </a:solidFill>
            <a:prstDash val="solid"/>
            <a:round/>
          </a:ln>
        </p:spPr>
      </p:cxnSp>
    </p:spTree>
    <p:extLst>
      <p:ext uri="{26A1ED03-132E-4652-ABE3-07A4B308F182}">
        <p14:creationId xmlns:p14="http://schemas.microsoft.com/office/powerpoint/2010/main" val="1769061144761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;p11">
            <a:extLst>
              <a:ext uri="{9F6215E9-530D-44B9-99E3-DD5650ACB69C}">
                <a16:creationId xmlns:a16="http://schemas.microsoft.com/office/drawing/2010/main" id="{CFF5453D-3865-4000-860B-0E2944897BA8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lvl="1">
              <a:spcBef>
                <a:spcPts val="0"/>
              </a:spcBef>
              <a:spcAft>
                <a:spcPts val="0"/>
              </a:spcAft>
              <a:buNone/>
            </a:lvl2pPr>
            <a:lvl3pPr lvl="2">
              <a:spcBef>
                <a:spcPts val="0"/>
              </a:spcBef>
              <a:spcAft>
                <a:spcPts val="0"/>
              </a:spcAft>
              <a:buNone/>
            </a:lvl3pPr>
            <a:lvl4pPr lvl="3">
              <a:spcBef>
                <a:spcPts val="0"/>
              </a:spcBef>
              <a:spcAft>
                <a:spcPts val="0"/>
              </a:spcAft>
              <a:buNone/>
            </a:lvl4pPr>
            <a:lvl5pPr lvl="4">
              <a:spcBef>
                <a:spcPts val="0"/>
              </a:spcBef>
              <a:spcAft>
                <a:spcPts val="0"/>
              </a:spcAft>
              <a:buNone/>
            </a:lvl5pPr>
            <a:lvl6pPr lvl="5">
              <a:spcBef>
                <a:spcPts val="0"/>
              </a:spcBef>
              <a:spcAft>
                <a:spcPts val="0"/>
              </a:spcAft>
              <a:buNone/>
            </a:lvl6pPr>
            <a:lvl7pPr lvl="6">
              <a:spcBef>
                <a:spcPts val="0"/>
              </a:spcBef>
              <a:spcAft>
                <a:spcPts val="0"/>
              </a:spcAft>
              <a:buNone/>
            </a:lvl7pPr>
            <a:lvl8pPr lvl="7">
              <a:spcBef>
                <a:spcPts val="0"/>
              </a:spcBef>
              <a:spcAft>
                <a:spcPts val="0"/>
              </a:spcAft>
              <a:buNone/>
            </a:lvl8pPr>
            <a:lvl9pPr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Google Shape;82;p11">
            <a:extLst>
              <a:ext uri="{3C2785FA-4674-4958-8DFC-5DCD8851A314}">
                <a16:creationId xmlns:a16="http://schemas.microsoft.com/office/drawing/2010/main" id="{69403C66-1AE4-4A16-8635-49687581A159}"/>
              </a:ext>
            </a:extLst>
          </p:cNvPr>
          <p:cNvSpPr/>
          <p:nvPr>
            <p:ph idx="1" type="body"/>
          </p:nvPr>
        </p:nvSpPr>
        <p:spPr>
          <a:xfrm rot="5400000">
            <a:off x="3872484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>
            <a:lvl1pPr algn="l" indent="-342900" lvl="0" marL="4572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lvl1pPr>
            <a:lvl2pPr algn="l" indent="-342900" lvl="1" marL="91440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🢝"/>
              <a:buSzPct val="100000"/>
            </a:lvl2pPr>
            <a:lvl3pPr algn="l" indent="-3429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3pPr>
            <a:lvl4pPr algn="l" indent="-3429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4pPr>
            <a:lvl5pPr algn="l" indent="-3429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5pPr>
            <a:lvl6pPr algn="l" indent="-3429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6pPr>
            <a:lvl7pPr algn="l" indent="-3429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7pPr>
            <a:lvl8pPr algn="l" indent="-3429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8pPr>
            <a:lvl9pPr algn="l" indent="-342900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har char="🢝"/>
              <a:buSzPct val="100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Google Shape;83;p11">
            <a:extLst>
              <a:ext uri="{2D171F48-8A39-40E5-8FBB-733275CCE877}">
                <a16:creationId xmlns:a16="http://schemas.microsoft.com/office/drawing/2010/main" id="{56E6D2FF-6C5C-4524-84B7-A9DDEE462957}"/>
              </a:ext>
            </a:extLst>
          </p:cNvPr>
          <p:cNvSpPr/>
          <p:nvPr>
            <p:ph idx="10" sz="half" type="dt"/>
          </p:nvPr>
        </p:nvSpPr>
        <p:spPr>
          <a:xfrm rot="0"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Google Shape;84;p11">
            <a:extLst>
              <a:ext uri="{E2EABE8D-D0CE-47F0-8E9C-4ED6F0D977E6}">
                <a16:creationId xmlns:a16="http://schemas.microsoft.com/office/drawing/2010/main" id="{B96A3707-14B8-457C-BCB6-188B249BD045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Google Shape;85;p11">
            <a:extLst>
              <a:ext uri="{EB5D775A-4568-4A7B-B977-42591435E20D}">
                <a16:creationId xmlns:a16="http://schemas.microsoft.com/office/drawing/2010/main" id="{1D5D6923-0E62-4252-85FC-6C9BE62296A7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indent="0" lvl="0" marL="0">
              <a:spcBef>
                <a:spcPts val="0"/>
              </a:spcBef>
              <a:buNone/>
            </a:lvl1pPr>
            <a:lvl2pPr algn="l" indent="0" lvl="1" marL="0">
              <a:spcBef>
                <a:spcPts val="0"/>
              </a:spcBef>
              <a:buNone/>
            </a:lvl2pPr>
            <a:lvl3pPr algn="l" indent="0" lvl="2" marL="0">
              <a:spcBef>
                <a:spcPts val="0"/>
              </a:spcBef>
              <a:buNone/>
            </a:lvl3pPr>
            <a:lvl4pPr algn="l" indent="0" lvl="3" marL="0">
              <a:spcBef>
                <a:spcPts val="0"/>
              </a:spcBef>
              <a:buNone/>
            </a:lvl4pPr>
            <a:lvl5pPr algn="l" indent="0" lvl="4" marL="0">
              <a:spcBef>
                <a:spcPts val="0"/>
              </a:spcBef>
              <a:buNone/>
            </a:lvl5pPr>
            <a:lvl6pPr algn="l" indent="0" lvl="5" marL="0">
              <a:spcBef>
                <a:spcPts val="0"/>
              </a:spcBef>
              <a:buNone/>
            </a:lvl6pPr>
            <a:lvl7pPr algn="l" indent="0" lvl="6" marL="0">
              <a:spcBef>
                <a:spcPts val="0"/>
              </a:spcBef>
              <a:buNone/>
            </a:lvl7pPr>
            <a:lvl8pPr algn="l" indent="0" lvl="7" marL="0">
              <a:spcBef>
                <a:spcPts val="0"/>
              </a:spcBef>
              <a:buNone/>
            </a:lvl8pPr>
            <a:lvl9pPr algn="l" indent="0" lvl="8" marL="0">
              <a:spcBef>
                <a:spcPts val="0"/>
              </a:spcBef>
              <a:buNone/>
            </a:lvl9pPr>
          </a:lstStyle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B5ED1185-5C18-4804-9607-2DD990417DBB}" type="slidenum"/>
            <a:endParaRPr dirty="0" lang="en-US"/>
          </a:p>
        </p:txBody>
      </p:sp>
    </p:spTree>
    <p:extLst>
      <p:ext uri="{2D53D323-26B1-4CC6-B75F-E820DF993649}">
        <p14:creationId xmlns:p14="http://schemas.microsoft.com/office/powerpoint/2010/main" val="1769061144763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false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7;p12">
            <a:extLst>
              <a:ext uri="{594B11E9-C4B9-496F-92F4-DEE6E78C58F7}">
                <a16:creationId xmlns:a16="http://schemas.microsoft.com/office/drawing/2010/main" id="{3B489A77-76AB-4BFF-B418-79D3886B6FF0}"/>
              </a:ext>
            </a:extLst>
          </p:cNvPr>
          <p:cNvSpPr/>
          <p:nvPr>
            <p:ph type="title"/>
          </p:nvPr>
        </p:nvSpPr>
        <p:spPr>
          <a:xfrm rot="5400000">
            <a:off x="7334250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="ctr" bIns="91425" lIns="45700" rIns="45700" rtlCol="0" spcFirstLastPara="true" tIns="91425" wrap="square">
            <a:noAutofit/>
          </a:bodyPr>
          <a:lstStyle>
            <a:lvl1pPr algn="l"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lvl="1">
              <a:spcBef>
                <a:spcPts val="0"/>
              </a:spcBef>
              <a:spcAft>
                <a:spcPts val="0"/>
              </a:spcAft>
              <a:buNone/>
            </a:lvl2pPr>
            <a:lvl3pPr lvl="2">
              <a:spcBef>
                <a:spcPts val="0"/>
              </a:spcBef>
              <a:spcAft>
                <a:spcPts val="0"/>
              </a:spcAft>
              <a:buNone/>
            </a:lvl3pPr>
            <a:lvl4pPr lvl="3">
              <a:spcBef>
                <a:spcPts val="0"/>
              </a:spcBef>
              <a:spcAft>
                <a:spcPts val="0"/>
              </a:spcAft>
              <a:buNone/>
            </a:lvl4pPr>
            <a:lvl5pPr lvl="4">
              <a:spcBef>
                <a:spcPts val="0"/>
              </a:spcBef>
              <a:spcAft>
                <a:spcPts val="0"/>
              </a:spcAft>
              <a:buNone/>
            </a:lvl5pPr>
            <a:lvl6pPr lvl="5">
              <a:spcBef>
                <a:spcPts val="0"/>
              </a:spcBef>
              <a:spcAft>
                <a:spcPts val="0"/>
              </a:spcAft>
              <a:buNone/>
            </a:lvl6pPr>
            <a:lvl7pPr lvl="6">
              <a:spcBef>
                <a:spcPts val="0"/>
              </a:spcBef>
              <a:spcAft>
                <a:spcPts val="0"/>
              </a:spcAft>
              <a:buNone/>
            </a:lvl7pPr>
            <a:lvl8pPr lvl="7">
              <a:spcBef>
                <a:spcPts val="0"/>
              </a:spcBef>
              <a:spcAft>
                <a:spcPts val="0"/>
              </a:spcAft>
              <a:buNone/>
            </a:lvl8pPr>
            <a:lvl9pPr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Google Shape;88;p12">
            <a:extLst>
              <a:ext uri="{C4EFE723-8AB8-4408-AC82-0B900E3C9E2E}">
                <a16:creationId xmlns:a16="http://schemas.microsoft.com/office/drawing/2010/main" id="{C5EB78F6-1EEB-4073-B8CD-676B83982C42}"/>
              </a:ext>
            </a:extLst>
          </p:cNvPr>
          <p:cNvSpPr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>
            <a:lvl1pPr algn="l" indent="-342900" lvl="0" marL="4572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lvl1pPr>
            <a:lvl2pPr algn="l" indent="-342900" lvl="1" marL="91440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🢝"/>
              <a:buSzPct val="100000"/>
            </a:lvl2pPr>
            <a:lvl3pPr algn="l" indent="-3429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3pPr>
            <a:lvl4pPr algn="l" indent="-3429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4pPr>
            <a:lvl5pPr algn="l" indent="-3429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5pPr>
            <a:lvl6pPr algn="l" indent="-3429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6pPr>
            <a:lvl7pPr algn="l" indent="-3429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7pPr>
            <a:lvl8pPr algn="l" indent="-3429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SzPct val="100000"/>
            </a:lvl8pPr>
            <a:lvl9pPr algn="l" indent="-342900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har char="🢝"/>
              <a:buSzPct val="100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Google Shape;89;p12">
            <a:extLst>
              <a:ext uri="{8BE47F36-F684-4378-B86B-BDBB24BEB0EA}">
                <a16:creationId xmlns:a16="http://schemas.microsoft.com/office/drawing/2010/main" id="{A3879F38-3245-4398-A3FC-EB59BFB47236}"/>
              </a:ext>
            </a:extLst>
          </p:cNvPr>
          <p:cNvSpPr/>
          <p:nvPr>
            <p:ph idx="10" sz="half" type="dt"/>
          </p:nvPr>
        </p:nvSpPr>
        <p:spPr>
          <a:xfrm rot="0"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Google Shape;90;p12">
            <a:extLst>
              <a:ext uri="{938EEBD2-6D34-4999-B40C-B89CD4CBA68D}">
                <a16:creationId xmlns:a16="http://schemas.microsoft.com/office/drawing/2010/main" id="{6720FF6C-F215-4C03-B62E-459929DE1F08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>
              <a:spcBef>
                <a:spcPts val="0"/>
              </a:spcBef>
              <a:spcAft>
                <a:spcPts val="0"/>
              </a:spcAft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Google Shape;91;p12">
            <a:extLst>
              <a:ext uri="{9300E720-342B-4371-A291-F30EED4EE559}">
                <a16:creationId xmlns:a16="http://schemas.microsoft.com/office/drawing/2010/main" id="{5F168A8F-9AC7-4AF8-8EDD-07DCDEA0228B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indent="0" lvl="0" marL="0">
              <a:spcBef>
                <a:spcPts val="0"/>
              </a:spcBef>
              <a:buNone/>
            </a:lvl1pPr>
            <a:lvl2pPr algn="l" indent="0" lvl="1" marL="0">
              <a:spcBef>
                <a:spcPts val="0"/>
              </a:spcBef>
              <a:buNone/>
            </a:lvl2pPr>
            <a:lvl3pPr algn="l" indent="0" lvl="2" marL="0">
              <a:spcBef>
                <a:spcPts val="0"/>
              </a:spcBef>
              <a:buNone/>
            </a:lvl3pPr>
            <a:lvl4pPr algn="l" indent="0" lvl="3" marL="0">
              <a:spcBef>
                <a:spcPts val="0"/>
              </a:spcBef>
              <a:buNone/>
            </a:lvl4pPr>
            <a:lvl5pPr algn="l" indent="0" lvl="4" marL="0">
              <a:spcBef>
                <a:spcPts val="0"/>
              </a:spcBef>
              <a:buNone/>
            </a:lvl5pPr>
            <a:lvl6pPr algn="l" indent="0" lvl="5" marL="0">
              <a:spcBef>
                <a:spcPts val="0"/>
              </a:spcBef>
              <a:buNone/>
            </a:lvl6pPr>
            <a:lvl7pPr algn="l" indent="0" lvl="6" marL="0">
              <a:spcBef>
                <a:spcPts val="0"/>
              </a:spcBef>
              <a:buNone/>
            </a:lvl7pPr>
            <a:lvl8pPr algn="l" indent="0" lvl="7" marL="0">
              <a:spcBef>
                <a:spcPts val="0"/>
              </a:spcBef>
              <a:buNone/>
            </a:lvl8pPr>
            <a:lvl9pPr algn="l" indent="0" lvl="8" marL="0">
              <a:spcBef>
                <a:spcPts val="0"/>
              </a:spcBef>
              <a:buNone/>
            </a:lvl9pPr>
          </a:lstStyle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6669747C-E9DA-4B11-9D0E-78E7D77DB62E}" type="slidenum"/>
            <a:endParaRPr dirty="0" lang="en-US"/>
          </a:p>
        </p:txBody>
      </p:sp>
      <p:cxnSp>
        <p:nvCxnSpPr>
          <p:cNvPr id="7" name="Google Shape;92;p12">
            <a:extLst>
              <a:ext uri="{D3CB0491-4772-4E5E-BCEF-CB460410139D}">
                <a16:creationId xmlns:a16="http://schemas.microsoft.com/office/drawing/2010/main" id="{EB8FC4AD-3EE7-459E-A374-85FC8DB348B1}"/>
              </a:ext>
            </a:extLst>
          </p:cNvPr>
          <p:cNvCxnSpPr/>
          <p:nvPr/>
        </p:nvCxnSpPr>
        <p:spPr>
          <a:xfrm rot="10800000">
            <a:off x="10058400" y="59263"/>
            <a:ext cx="0" cy="914400"/>
          </a:xfrm>
          <a:prstGeom prst="line">
            <a:avLst/>
          </a:prstGeom>
          <a:noFill/>
          <a:ln cap="flat" w="19050">
            <a:solidFill>
              <a:schemeClr val="accent1"/>
            </a:solidFill>
            <a:prstDash val="solid"/>
            <a:round/>
          </a:ln>
        </p:spPr>
      </p:cxnSp>
    </p:spTree>
    <p:extLst>
      <p:ext uri="{29DC64DE-519C-4D04-BBE7-E08E3FCAAEFB}">
        <p14:creationId xmlns:p14="http://schemas.microsoft.com/office/powerpoint/2010/main" val="1769061144765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1">
            <a:extLst>
              <a:ext uri="{C9D64286-8C3F-4F5A-B988-A10DE7C3177D}">
                <a16:creationId xmlns:a16="http://schemas.microsoft.com/office/drawing/2010/main" id="{6B63B696-E5E9-4774-8B66-6D58E46F3D26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 marR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5000" u="none">
                <a:solidFill>
                  <a:srgbClr val="0c0c0c"/>
                </a:solidFill>
                <a:latin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dirty="0" lang="en-US" sz="1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dirty="0" lang="en-US" sz="1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dirty="0" lang="en-US" sz="1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dirty="0" lang="en-US" sz="1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dirty="0" lang="en-US" sz="1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dirty="0" lang="en-US" sz="1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dirty="0" lang="en-US" sz="1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dirty="0" lang="en-US" sz="18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Google Shape;11;p1">
            <a:extLst>
              <a:ext uri="{47FDAF53-F26E-4D10-BDCC-F58D7FAD1441}">
                <a16:creationId xmlns:a16="http://schemas.microsoft.com/office/drawing/2010/main" id="{EECF308A-B768-4BD8-87E7-7AC37208F926}"/>
              </a:ext>
            </a:extLst>
          </p:cNvPr>
          <p:cNvSpPr/>
          <p:nvPr>
            <p:ph idx="1" type="body"/>
          </p:nvPr>
        </p:nvSpPr>
        <p:spPr>
          <a:xfrm rot="0"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>
            <a:lvl1pPr algn="l" indent="-368300" lvl="0" marL="457200" marR="0" rtl="fals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b="0" cap="none" dirty="0" i="0" lang="en-US" strike="noStrike" sz="2200" u="none">
                <a:solidFill>
                  <a:schemeClr val="dk1"/>
                </a:solidFill>
                <a:latin typeface="Twentieth Century"/>
              </a:defRPr>
            </a:lvl1pPr>
            <a:lvl2pPr algn="l" indent="-342900" lvl="1" marL="914400" marR="0" rtl="false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har char="🢝"/>
              <a:buClr>
                <a:schemeClr val="accent1"/>
              </a:buClr>
              <a:buSzPct val="100000"/>
              <a:buFont typeface="Noto Sans Symbols"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2pPr>
            <a:lvl3pPr algn="l" indent="-317499" lvl="2" marL="1371600" marR="0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Clr>
                <a:schemeClr val="accent1"/>
              </a:buClr>
              <a:buSzPct val="100000"/>
              <a:buFont typeface="Noto Sans Symbols"/>
              <a:defRPr b="0" cap="none" dirty="0" i="0" lang="en-US" strike="noStrike" sz="1400" u="none">
                <a:solidFill>
                  <a:schemeClr val="dk1"/>
                </a:solidFill>
                <a:latin typeface="Twentieth Century"/>
              </a:defRPr>
            </a:lvl3pPr>
            <a:lvl4pPr algn="l" indent="-317499" lvl="3" marL="1828800" marR="0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Clr>
                <a:schemeClr val="accent1"/>
              </a:buClr>
              <a:buSzPct val="100000"/>
              <a:buFont typeface="Noto Sans Symbols"/>
              <a:defRPr b="0" cap="none" dirty="0" i="0" lang="en-US" strike="noStrike" sz="1400" u="none">
                <a:solidFill>
                  <a:schemeClr val="dk1"/>
                </a:solidFill>
                <a:latin typeface="Twentieth Century"/>
              </a:defRPr>
            </a:lvl4pPr>
            <a:lvl5pPr algn="l" indent="-317499" lvl="4" marL="2286000" marR="0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Clr>
                <a:schemeClr val="accent1"/>
              </a:buClr>
              <a:buSzPct val="100000"/>
              <a:buFont typeface="Noto Sans Symbols"/>
              <a:defRPr b="0" cap="none" dirty="0" i="0" lang="en-US" strike="noStrike" sz="1400" u="none">
                <a:solidFill>
                  <a:schemeClr val="dk1"/>
                </a:solidFill>
                <a:latin typeface="Twentieth Century"/>
              </a:defRPr>
            </a:lvl5pPr>
            <a:lvl6pPr algn="l" indent="-317499" lvl="5" marL="2743200" marR="0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Clr>
                <a:schemeClr val="accent1"/>
              </a:buClr>
              <a:buSzPct val="100000"/>
              <a:buFont typeface="Noto Sans Symbols"/>
              <a:defRPr b="0" cap="none" dirty="0" i="0" lang="en-US" strike="noStrike" sz="1400" u="none">
                <a:solidFill>
                  <a:schemeClr val="dk1"/>
                </a:solidFill>
                <a:latin typeface="Twentieth Century"/>
              </a:defRPr>
            </a:lvl6pPr>
            <a:lvl7pPr algn="l" indent="-317499" lvl="6" marL="3200400" marR="0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Clr>
                <a:schemeClr val="accent1"/>
              </a:buClr>
              <a:buSzPct val="100000"/>
              <a:buFont typeface="Noto Sans Symbols"/>
              <a:defRPr b="0" cap="none" dirty="0" i="0" lang="en-US" strike="noStrike" sz="1400" u="none">
                <a:solidFill>
                  <a:schemeClr val="dk1"/>
                </a:solidFill>
                <a:latin typeface="Twentieth Century"/>
              </a:defRPr>
            </a:lvl7pPr>
            <a:lvl8pPr algn="l" indent="-317499" lvl="7" marL="3657600" marR="0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🢝"/>
              <a:buClr>
                <a:schemeClr val="accent1"/>
              </a:buClr>
              <a:buSzPct val="100000"/>
              <a:buFont typeface="Noto Sans Symbols"/>
              <a:defRPr b="0" cap="none" dirty="0" i="0" lang="en-US" strike="noStrike" sz="1400" u="none">
                <a:solidFill>
                  <a:schemeClr val="dk1"/>
                </a:solidFill>
                <a:latin typeface="Twentieth Century"/>
              </a:defRPr>
            </a:lvl8pPr>
            <a:lvl9pPr algn="l" indent="-317499" lvl="8" marL="4114800" marR="0" rtl="false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har char="🢝"/>
              <a:buClr>
                <a:schemeClr val="accent1"/>
              </a:buClr>
              <a:buSzPct val="100000"/>
              <a:buFont typeface="Noto Sans Symbols"/>
              <a:defRPr b="0" cap="none" dirty="0" i="0" lang="en-US" strike="noStrike" sz="1400" u="none">
                <a:solidFill>
                  <a:schemeClr val="dk1"/>
                </a:solidFill>
                <a:latin typeface="Twentieth Century"/>
              </a:defRPr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Google Shape;12;p1">
            <a:extLst>
              <a:ext uri="{2A410EB2-B055-46B6-9CD2-24BB873B7AA4}">
                <a16:creationId xmlns:a16="http://schemas.microsoft.com/office/drawing/2010/main" id="{76D6FFED-1355-4A88-BDA5-65C5D0F09E1E}"/>
              </a:ext>
            </a:extLst>
          </p:cNvPr>
          <p:cNvSpPr/>
          <p:nvPr>
            <p:ph idx="2" sz="half" type="dt"/>
          </p:nvPr>
        </p:nvSpPr>
        <p:spPr>
          <a:xfrm rot="0"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lvl="0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000" u="none">
                <a:solidFill>
                  <a:srgbClr val="0c0c0c"/>
                </a:solidFill>
                <a:latin typeface="Twentieth Century"/>
              </a:defRPr>
            </a:lvl1pPr>
            <a:lvl2pPr algn="l" lvl="1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2pPr>
            <a:lvl3pPr algn="l" lvl="2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3pPr>
            <a:lvl4pPr algn="l" lvl="3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4pPr>
            <a:lvl5pPr algn="l" lvl="4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5pPr>
            <a:lvl6pPr algn="l" lvl="5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6pPr>
            <a:lvl7pPr algn="l" lvl="6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7pPr>
            <a:lvl8pPr algn="l" lvl="7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8pPr>
            <a:lvl9pPr algn="l" lvl="8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Google Shape;13;p1">
            <a:extLst>
              <a:ext uri="{37DF485A-2472-4F34-9AFF-9F696BC5C6B8}">
                <a16:creationId xmlns:a16="http://schemas.microsoft.com/office/drawing/2010/main" id="{067E2E6C-3BFF-4068-8AE5-91F65030303B}"/>
              </a:ext>
            </a:extLst>
          </p:cNvPr>
          <p:cNvSpPr/>
          <p:nvPr>
            <p:ph idx="3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r" lvl="0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000" u="none">
                <a:solidFill>
                  <a:srgbClr val="0c0c0c"/>
                </a:solidFill>
                <a:latin typeface="Twentieth Century"/>
              </a:defRPr>
            </a:lvl1pPr>
            <a:lvl2pPr algn="l" lvl="1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2pPr>
            <a:lvl3pPr algn="l" lvl="2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3pPr>
            <a:lvl4pPr algn="l" lvl="3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4pPr>
            <a:lvl5pPr algn="l" lvl="4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5pPr>
            <a:lvl6pPr algn="l" lvl="5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6pPr>
            <a:lvl7pPr algn="l" lvl="6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7pPr>
            <a:lvl8pPr algn="l" lvl="7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8pPr>
            <a:lvl9pPr algn="l" lvl="8" marR="0" rtl="false">
              <a:spcBef>
                <a:spcPts val="0"/>
              </a:spcBef>
              <a:spcAft>
                <a:spcPts val="0"/>
              </a:spcAft>
              <a:buNone/>
              <a:defRPr b="0" cap="none" dirty="0" i="0" lang="en-US" strike="noStrike" sz="1800" u="none">
                <a:solidFill>
                  <a:schemeClr val="dk1"/>
                </a:solidFill>
                <a:latin typeface="Twentieth Century"/>
              </a:defRPr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Google Shape;14;p1">
            <a:extLst>
              <a:ext uri="{DCCFA28C-B0E6-4869-8896-4F299A3BFBEF}">
                <a16:creationId xmlns:a16="http://schemas.microsoft.com/office/drawing/2010/main" id="{D88FB248-C9F9-49A6-8B32-F523EBE66E2B}"/>
              </a:ext>
            </a:extLst>
          </p:cNvPr>
          <p:cNvSpPr/>
          <p:nvPr>
            <p:ph idx="4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>
            <a:lvl1pPr algn="l" indent="0" lvl="0" marL="0" marR="0" rtl="false">
              <a:spcBef>
                <a:spcPts val="0"/>
              </a:spcBef>
              <a:buNone/>
              <a:defRPr b="0" cap="none" dirty="0" i="0" lang="en-US" strike="noStrike" sz="1000" u="none">
                <a:solidFill>
                  <a:srgbClr val="0c0c0c"/>
                </a:solidFill>
                <a:latin typeface="Twentieth Century"/>
              </a:defRPr>
            </a:lvl1pPr>
            <a:lvl2pPr algn="l" indent="0" lvl="1" marL="0" marR="0" rtl="false">
              <a:spcBef>
                <a:spcPts val="0"/>
              </a:spcBef>
              <a:buNone/>
              <a:defRPr b="0" cap="none" dirty="0" i="0" lang="en-US" strike="noStrike" sz="1000" u="none">
                <a:solidFill>
                  <a:srgbClr val="0c0c0c"/>
                </a:solidFill>
                <a:latin typeface="Twentieth Century"/>
              </a:defRPr>
            </a:lvl2pPr>
            <a:lvl3pPr algn="l" indent="0" lvl="2" marL="0" marR="0" rtl="false">
              <a:spcBef>
                <a:spcPts val="0"/>
              </a:spcBef>
              <a:buNone/>
              <a:defRPr b="0" cap="none" dirty="0" i="0" lang="en-US" strike="noStrike" sz="1000" u="none">
                <a:solidFill>
                  <a:srgbClr val="0c0c0c"/>
                </a:solidFill>
                <a:latin typeface="Twentieth Century"/>
              </a:defRPr>
            </a:lvl3pPr>
            <a:lvl4pPr algn="l" indent="0" lvl="3" marL="0" marR="0" rtl="false">
              <a:spcBef>
                <a:spcPts val="0"/>
              </a:spcBef>
              <a:buNone/>
              <a:defRPr b="0" cap="none" dirty="0" i="0" lang="en-US" strike="noStrike" sz="1000" u="none">
                <a:solidFill>
                  <a:srgbClr val="0c0c0c"/>
                </a:solidFill>
                <a:latin typeface="Twentieth Century"/>
              </a:defRPr>
            </a:lvl4pPr>
            <a:lvl5pPr algn="l" indent="0" lvl="4" marL="0" marR="0" rtl="false">
              <a:spcBef>
                <a:spcPts val="0"/>
              </a:spcBef>
              <a:buNone/>
              <a:defRPr b="0" cap="none" dirty="0" i="0" lang="en-US" strike="noStrike" sz="1000" u="none">
                <a:solidFill>
                  <a:srgbClr val="0c0c0c"/>
                </a:solidFill>
                <a:latin typeface="Twentieth Century"/>
              </a:defRPr>
            </a:lvl5pPr>
            <a:lvl6pPr algn="l" indent="0" lvl="5" marL="0" marR="0" rtl="false">
              <a:spcBef>
                <a:spcPts val="0"/>
              </a:spcBef>
              <a:buNone/>
              <a:defRPr b="0" cap="none" dirty="0" i="0" lang="en-US" strike="noStrike" sz="1000" u="none">
                <a:solidFill>
                  <a:srgbClr val="0c0c0c"/>
                </a:solidFill>
                <a:latin typeface="Twentieth Century"/>
              </a:defRPr>
            </a:lvl6pPr>
            <a:lvl7pPr algn="l" indent="0" lvl="6" marL="0" marR="0" rtl="false">
              <a:spcBef>
                <a:spcPts val="0"/>
              </a:spcBef>
              <a:buNone/>
              <a:defRPr b="0" cap="none" dirty="0" i="0" lang="en-US" strike="noStrike" sz="1000" u="none">
                <a:solidFill>
                  <a:srgbClr val="0c0c0c"/>
                </a:solidFill>
                <a:latin typeface="Twentieth Century"/>
              </a:defRPr>
            </a:lvl7pPr>
            <a:lvl8pPr algn="l" indent="0" lvl="7" marL="0" marR="0" rtl="false">
              <a:spcBef>
                <a:spcPts val="0"/>
              </a:spcBef>
              <a:buNone/>
              <a:defRPr b="0" cap="none" dirty="0" i="0" lang="en-US" strike="noStrike" sz="1000" u="none">
                <a:solidFill>
                  <a:srgbClr val="0c0c0c"/>
                </a:solidFill>
                <a:latin typeface="Twentieth Century"/>
              </a:defRPr>
            </a:lvl8pPr>
            <a:lvl9pPr algn="l" indent="0" lvl="8" marL="0" marR="0" rtl="false">
              <a:spcBef>
                <a:spcPts val="0"/>
              </a:spcBef>
              <a:buNone/>
              <a:defRPr b="0" cap="none" dirty="0" i="0" lang="en-US" strike="noStrike" sz="1000" u="none">
                <a:solidFill>
                  <a:srgbClr val="0c0c0c"/>
                </a:solidFill>
                <a:latin typeface="Twentieth Century"/>
              </a:defRPr>
            </a:lvl9pPr>
          </a:lstStyle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A2999003-CF31-4D00-98B2-3E8DD0F093FF}" type="slidenum"/>
            <a:endParaRPr dirty="0" lang="en-US"/>
          </a:p>
        </p:txBody>
      </p:sp>
      <p:cxnSp>
        <p:nvCxnSpPr>
          <p:cNvPr id="7" name="Google Shape;15;p1">
            <a:extLst>
              <a:ext uri="{324D8D46-64C4-4142-8863-0CF8D1A82F15}">
                <a16:creationId xmlns:a16="http://schemas.microsoft.com/office/drawing/2010/main" id="{1F75D9E0-7A12-406D-975A-CE55F0E442F3}"/>
              </a:ext>
            </a:extLst>
          </p:cNvPr>
          <p:cNvCxnSpPr/>
          <p:nvPr/>
        </p:nvCxnSpPr>
        <p:spPr>
          <a:xfrm rot="10800000">
            <a:off x="762000" y="826324"/>
            <a:ext cx="0" cy="914400"/>
          </a:xfrm>
          <a:prstGeom prst="line">
            <a:avLst/>
          </a:prstGeom>
          <a:noFill/>
          <a:ln cap="flat" w="19050">
            <a:solidFill>
              <a:schemeClr val="accent1"/>
            </a:solidFill>
            <a:prstDash val="solid"/>
            <a:round/>
          </a:ln>
        </p:spPr>
      </p:cxn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lvl1pPr algn="l" lvl="0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1pPr>
      <a:lvl2pPr algn="l" lvl="1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2pPr>
      <a:lvl3pPr algn="l" lvl="2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3pPr>
      <a:lvl4pPr algn="l" lvl="3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4pPr>
      <a:lvl5pPr algn="l" lvl="4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5pPr>
      <a:lvl6pPr algn="l" lvl="5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6pPr>
      <a:lvl7pPr algn="l" lvl="6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7pPr>
      <a:lvl8pPr algn="l" lvl="7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8pPr>
      <a:lvl9pPr algn="l" lvl="8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9pPr>
    </p:titleStyle>
    <p:bodyStyle>
      <a:lvl1pPr algn="l" lvl="0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1pPr>
      <a:lvl2pPr algn="l" lvl="1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2pPr>
      <a:lvl3pPr algn="l" lvl="2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3pPr>
      <a:lvl4pPr algn="l" lvl="3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4pPr>
      <a:lvl5pPr algn="l" lvl="4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5pPr>
      <a:lvl6pPr algn="l" lvl="5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6pPr>
      <a:lvl7pPr algn="l" lvl="6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7pPr>
      <a:lvl8pPr algn="l" lvl="7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8pPr>
      <a:lvl9pPr algn="l" lvl="8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9pPr>
    </p:bodyStyle>
    <p:otherStyle>
      <a:lvl1pPr algn="l" lvl="0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1pPr>
      <a:lvl2pPr algn="l" lvl="1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2pPr>
      <a:lvl3pPr algn="l" lvl="2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3pPr>
      <a:lvl4pPr algn="l" lvl="3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4pPr>
      <a:lvl5pPr algn="l" lvl="4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5pPr>
      <a:lvl6pPr algn="l" lvl="5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6pPr>
      <a:lvl7pPr algn="l" lvl="6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7pPr>
      <a:lvl8pPr algn="l" lvl="7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8pPr>
      <a:lvl9pPr algn="l" lvl="8" marR="0" rtl="false">
        <a:lnSpc>
          <a:spcPct val="100000"/>
        </a:lnSpc>
        <a:spcBef>
          <a:spcPts val="0"/>
        </a:spcBef>
        <a:spcAft>
          <a:spcPts val="0"/>
        </a:spcAft>
        <a:defRPr b="0" cap="none" dirty="0" i="0" lang="en-US" strike="noStrike" sz="1400" u="none">
          <a:solidFill>
            <a:srgbClr val="000000"/>
          </a:solidFill>
          <a:latin typeface="Arial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no"?><Relationships xmlns="http://schemas.openxmlformats.org/package/2006/relationships"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1" Target="../slideLayouts/slideLayout2.xml" Type="http://schemas.openxmlformats.org/officeDocument/2006/relationships/slideLayout"/><Relationship Id="rId4" Target="../notesSlides/notesSlide5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Layouts/slideLayout2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_rels/slide13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no"?><Relationships xmlns="http://schemas.openxmlformats.org/package/2006/relationships"><Relationship Id="rId2" Target="../media/image4.png" Type="http://schemas.openxmlformats.org/officeDocument/2006/relationships/image"/><Relationship Id="rId1" Target="../slideLayouts/slideLayout2.xml" Type="http://schemas.openxmlformats.org/officeDocument/2006/relationships/slideLayout"/><Relationship Id="rId3" Target="../notesSlides/notesSlide15.xml" Type="http://schemas.openxmlformats.org/officeDocument/2006/relationships/notesSlide"/></Relationships>
</file>

<file path=ppt/slides/_rels/slide16.xml.rels><?xml version="1.0" encoding="UTF-8" standalone="no"?><Relationships xmlns="http://schemas.openxmlformats.org/package/2006/relationships"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1" Target="../slideLayouts/slideLayout2.xml" Type="http://schemas.openxmlformats.org/officeDocument/2006/relationships/slideLayout"/><Relationship Id="rId4" Target="../notesSlides/notesSlide16.xml" Type="http://schemas.openxmlformats.org/officeDocument/2006/relationships/notesSlide"/></Relationships>
</file>

<file path=ppt/slides/_rels/slide17.xml.rels><?xml version="1.0" encoding="UTF-8" standalone="no"?><Relationships xmlns="http://schemas.openxmlformats.org/package/2006/relationships"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1" Target="../slideLayouts/slideLayout2.xml" Type="http://schemas.openxmlformats.org/officeDocument/2006/relationships/slideLayout"/><Relationship Id="rId4" Target="../notesSlides/notesSlide17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1" Target="../slideLayouts/slideLayout2.xml" Type="http://schemas.openxmlformats.org/officeDocument/2006/relationships/slideLayout"/><Relationship Id="rId4" Target="../notesSlides/notesSlide18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1" Target="../slideLayouts/slideLayout2.xml" Type="http://schemas.openxmlformats.org/officeDocument/2006/relationships/slideLayout"/><Relationship Id="rId4" Target="../notesSlides/notesSlide19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1" Target="../slideLayouts/slideLayout2.xml" Type="http://schemas.openxmlformats.org/officeDocument/2006/relationships/slideLayout"/><Relationship Id="rId4" Target="../notesSlides/notesSlide20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7;p13">
            <a:extLst>
              <a:ext uri="{0CE986A0-D63C-40C4-B5F1-C4438B589AB3}">
                <a16:creationId xmlns:a16="http://schemas.microsoft.com/office/drawing/2010/main" id="{2795C655-BF2A-40CA-9582-EDD686AD99D2}"/>
              </a:ext>
            </a:extLst>
          </p:cNvPr>
          <p:cNvSpPr/>
          <p:nvPr>
            <p:ph type="title"/>
          </p:nvPr>
        </p:nvSpPr>
        <p:spPr>
          <a:xfrm rot="0">
            <a:off x="654174" y="5136675"/>
            <a:ext cx="7772400" cy="11100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 </a:t>
            </a:r>
            <a:r>
              <a:rPr dirty="0" lang="en-US"/>
              <a:t>Bilingual Sentiment Analysis</a:t>
            </a:r>
            <a:endParaRPr dirty="0" lang="en-US"/>
          </a:p>
        </p:txBody>
      </p:sp>
    </p:spTree>
    <p:extLst>
      <p:ext uri="{FC23C5BA-640A-481E-8547-B5675148E340}">
        <p14:creationId xmlns:p14="http://schemas.microsoft.com/office/powerpoint/2010/main" val="1769061144768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3;p14">
            <a:extLst>
              <a:ext uri="{461236FF-BC8A-4CC8-A29D-717D9A6179EC}">
                <a16:creationId xmlns:a16="http://schemas.microsoft.com/office/drawing/2010/main" id="{81DC563D-32E2-4FED-9162-3F83133A0A44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ABOUT THE PROJECT</a:t>
            </a:r>
            <a:endParaRPr dirty="0" lang="en-US"/>
          </a:p>
        </p:txBody>
      </p:sp>
      <p:sp>
        <p:nvSpPr>
          <p:cNvPr id="3" name="Google Shape;104;p14">
            <a:extLst>
              <a:ext uri="{A6BD734D-644C-43F6-B1D9-DBF411FE9232}">
                <a16:creationId xmlns:a16="http://schemas.microsoft.com/office/drawing/2010/main" id="{69DF39E3-BB96-4C32-8FB1-667BEED32245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4" name="Google Shape;105;p14">
            <a:extLst>
              <a:ext uri="{5F87E96B-CA13-4887-9383-534FDBAF15FA}">
                <a16:creationId xmlns:a16="http://schemas.microsoft.com/office/drawing/2010/main" id="{285DA7B4-DD31-4DEF-9005-1CCFF1B6BD25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187577F1-9B59-46C5-BAA1-77A834116B6E}" type="slidenum"/>
            <a:endParaRPr dirty="0" lang="en-US" sz="1800"/>
          </a:p>
        </p:txBody>
      </p:sp>
      <p:sp>
        <p:nvSpPr>
          <p:cNvPr id="5" name="Google Shape;106;p14">
            <a:extLst>
              <a:ext uri="{2190E065-951C-43F2-AFB5-BC30891CDAA8}">
                <a16:creationId xmlns:a16="http://schemas.microsoft.com/office/drawing/2010/main" id="{61D346FF-0551-41D7-8DEE-E2126F678F0B}"/>
              </a:ext>
            </a:extLst>
          </p:cNvPr>
          <p:cNvSpPr txBox="1"/>
          <p:nvPr/>
        </p:nvSpPr>
        <p:spPr>
          <a:xfrm rot="0">
            <a:off x="949025" y="2005475"/>
            <a:ext cx="10518300" cy="3960000"/>
          </a:xfrm>
          <a:prstGeom prst="rect">
            <a:avLst/>
          </a:prstGeom>
          <a:noFill/>
          <a:ln>
            <a:noFill/>
          </a:ln>
        </p:spPr>
        <p:txBody>
          <a:bodyPr anchor="t" bIns="91425" lIns="91425" rIns="91425" rtlCol="0" spcFirstLastPara="true" tIns="91425" wrap="square">
            <a:noAutofit/>
          </a:bodyPr>
          <a:lstStyle/>
          <a:p>
            <a:pPr algn="just" indent="-381000" lvl="0" marL="457200" rtl="false">
              <a:spcBef>
                <a:spcPts val="0"/>
              </a:spcBef>
              <a:spcAft>
                <a:spcPts val="0"/>
              </a:spcAft>
              <a:buChar char="-"/>
              <a:buClr>
                <a:srgbClr val="4a86e8"/>
              </a:buClr>
              <a:buSzPct val="100000"/>
              <a:buFont typeface="Twentieth Century"/>
            </a:pPr>
            <a:r>
              <a:rPr dirty="0" lang="en-US" sz="2400">
                <a:latin typeface="Twentieth Century"/>
              </a:rPr>
              <a:t>The main aim of the project is to develop a sentiment analyzer that can be used on twitter data to classify it as positive or negative. </a:t>
            </a:r>
          </a:p>
          <a:p>
            <a:pPr algn="just" indent="0" lvl="0" marL="45720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400">
                <a:latin typeface="Twentieth Century"/>
              </a:rPr>
              <a:t/>
            </a:r>
          </a:p>
          <a:p>
            <a:pPr algn="just" indent="-381000" lvl="0" marL="457200" rtl="false">
              <a:spcBef>
                <a:spcPts val="0"/>
              </a:spcBef>
              <a:spcAft>
                <a:spcPts val="0"/>
              </a:spcAft>
              <a:buChar char="-"/>
              <a:buClr>
                <a:srgbClr val="4a86e8"/>
              </a:buClr>
              <a:buSzPct val="100000"/>
              <a:buFont typeface="Twentieth Century"/>
            </a:pPr>
            <a:r>
              <a:rPr dirty="0" lang="en-US" sz="2400">
                <a:latin typeface="Twentieth Century"/>
              </a:rPr>
              <a:t>Our project takes care of the challenge of bilingual comments, where people tweet in two languages, in this case Hindi and  English, in the English Alphabet. </a:t>
            </a:r>
          </a:p>
          <a:p>
            <a:pPr algn="just" indent="0" lvl="0" marL="45720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400">
                <a:latin typeface="Twentieth Century"/>
              </a:rPr>
              <a:t/>
            </a:r>
          </a:p>
          <a:p>
            <a:pPr algn="just" indent="0" lvl="0" marL="45720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>
                <a:latin typeface="Twentieth Century"/>
              </a:rPr>
              <a:t/>
            </a:r>
            <a:endParaRPr dirty="0" lang="en-US">
              <a:latin typeface="Twentieth Century"/>
            </a:endParaRPr>
          </a:p>
        </p:txBody>
      </p:sp>
    </p:spTree>
    <p:extLst>
      <p:ext uri="{E04DFFF6-EDD4-497B-934F-06811CEC386A}">
        <p14:creationId xmlns:p14="http://schemas.microsoft.com/office/powerpoint/2010/main" val="1769061144771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15">
            <a:extLst>
              <a:ext uri="{958784EA-718E-496E-A53E-4553AE1FF2FB}">
                <a16:creationId xmlns:a16="http://schemas.microsoft.com/office/drawing/2010/main" id="{6B77776E-B8C7-49C6-B179-E0A40B5CF129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UNIQUENESS AND ANALYSIS </a:t>
            </a:r>
            <a:endParaRPr dirty="0" lang="en-US"/>
          </a:p>
        </p:txBody>
      </p:sp>
      <p:sp>
        <p:nvSpPr>
          <p:cNvPr id="3" name="Google Shape;112;p15">
            <a:extLst>
              <a:ext uri="{A5B68D07-E721-4B2A-94C0-94DDE8F2DA01}">
                <a16:creationId xmlns:a16="http://schemas.microsoft.com/office/drawing/2010/main" id="{7455D29B-005B-46FB-8919-01FFC5895FFD}"/>
              </a:ext>
            </a:extLst>
          </p:cNvPr>
          <p:cNvSpPr/>
          <p:nvPr>
            <p:ph idx="1" type="body"/>
          </p:nvPr>
        </p:nvSpPr>
        <p:spPr>
          <a:xfrm rot="0">
            <a:off x="1024100" y="2084825"/>
            <a:ext cx="9720000" cy="4224599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/>
          <a:p>
            <a:pPr algn="l" indent="0" lvl="0" marL="9144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400">
                <a:solidFill>
                  <a:srgbClr val="4a86e8"/>
                </a:solidFill>
              </a:rPr>
              <a:t>-</a:t>
            </a:r>
            <a:r>
              <a:rPr dirty="0" lang="en-US" sz="2400"/>
              <a:t>   </a:t>
            </a:r>
            <a:r>
              <a:rPr dirty="0" lang="en-US" sz="2400"/>
              <a:t>We created an aggregated model consisting of all the classifiers used</a:t>
            </a:r>
          </a:p>
          <a:p>
            <a:pPr algn="l" indent="0" lvl="0" marL="9144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400"/>
              <a:t>    </a:t>
            </a:r>
            <a:r>
              <a:rPr dirty="0" lang="en-US" sz="2400"/>
              <a:t>during</a:t>
            </a:r>
            <a:r>
              <a:rPr dirty="0" lang="en-US" sz="2400"/>
              <a:t> </a:t>
            </a:r>
            <a:r>
              <a:rPr dirty="0" lang="en-US" sz="2400"/>
              <a:t>the process. The ensemble model created worked to our advantage</a:t>
            </a:r>
          </a:p>
          <a:p>
            <a:pPr algn="l" indent="0" lvl="0" marL="9144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400"/>
              <a:t>    </a:t>
            </a:r>
            <a:r>
              <a:rPr dirty="0" lang="en-US" sz="2400"/>
              <a:t>as we</a:t>
            </a:r>
            <a:r>
              <a:rPr dirty="0" lang="en-US" sz="2400"/>
              <a:t> </a:t>
            </a:r>
            <a:r>
              <a:rPr dirty="0" lang="en-US" sz="2400"/>
              <a:t>saw</a:t>
            </a:r>
            <a:r>
              <a:rPr dirty="0" lang="en-US" sz="2400"/>
              <a:t> </a:t>
            </a:r>
            <a:r>
              <a:rPr dirty="0" lang="en-US" sz="2400"/>
              <a:t>in the previous slides that it provided one of the highest</a:t>
            </a:r>
          </a:p>
          <a:p>
            <a:pPr algn="l" indent="0" lvl="0" marL="9144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400"/>
              <a:t>    </a:t>
            </a:r>
            <a:r>
              <a:rPr dirty="0" lang="en-US" sz="2400"/>
              <a:t>accuracy</a:t>
            </a:r>
            <a:r>
              <a:rPr dirty="0" lang="en-US" sz="2400"/>
              <a:t> </a:t>
            </a:r>
            <a:r>
              <a:rPr dirty="0" lang="en-US" sz="2400"/>
              <a:t>compared to other classifiers. </a:t>
            </a:r>
          </a:p>
          <a:p>
            <a:pPr algn="l" indent="-152400" lvl="0" marL="9144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dirty="0" lang="en-US" sz="2400"/>
              <a:t/>
            </a:r>
          </a:p>
          <a:p>
            <a:pPr algn="l" indent="0" lvl="0" marL="9144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400">
                <a:solidFill>
                  <a:srgbClr val="4a86e8"/>
                </a:solidFill>
              </a:rPr>
              <a:t>-  </a:t>
            </a:r>
            <a:r>
              <a:rPr dirty="0" lang="en-US" sz="2400"/>
              <a:t>When a sentence is in Hindi, we use Google Translate to directly</a:t>
            </a:r>
          </a:p>
          <a:p>
            <a:pPr algn="l" indent="0" lvl="0" marL="9144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400"/>
              <a:t>    convert it to English. If the sentence consists of a combination of Hindi and</a:t>
            </a:r>
          </a:p>
          <a:p>
            <a:pPr algn="l" indent="0" lvl="0" marL="9144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400"/>
              <a:t>    English, we make use of </a:t>
            </a:r>
            <a:r>
              <a:rPr dirty="0" err="1" lang="en-US" sz="2400"/>
              <a:t>TextBlob</a:t>
            </a:r>
            <a:r>
              <a:rPr dirty="0" lang="en-US" sz="2400"/>
              <a:t> to identify that. </a:t>
            </a:r>
          </a:p>
          <a:p>
            <a:pPr algn="l" indent="-152400" lvl="0" marL="9144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dirty="0" lang="en-US" sz="2400"/>
              <a:t/>
            </a:r>
          </a:p>
          <a:p>
            <a:pPr algn="l" indent="0" lvl="0" marL="9144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400">
                <a:solidFill>
                  <a:srgbClr val="4a86e8"/>
                </a:solidFill>
              </a:rPr>
              <a:t>-  </a:t>
            </a:r>
            <a:r>
              <a:rPr dirty="0" lang="en-US" sz="2400"/>
              <a:t>We can observe that using this approach of both the platforms, increased</a:t>
            </a:r>
          </a:p>
          <a:p>
            <a:pPr algn="l" indent="0" lvl="0" marL="9144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400"/>
              <a:t>   our accuracy significantly when compared to using them individually. </a:t>
            </a:r>
          </a:p>
          <a:p>
            <a:pPr algn="l" indent="-152400" lvl="0" marL="9144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dirty="0" lang="en-US" sz="2400"/>
              <a:t/>
            </a:r>
          </a:p>
          <a:p>
            <a:pPr algn="l" indent="-152400" lvl="0" marL="9144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dirty="0" lang="en-US" sz="2400"/>
              <a:t>  </a:t>
            </a:r>
          </a:p>
          <a:p>
            <a:pPr algn="l" indent="0" lvl="0" marL="9144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/>
              <a:t/>
            </a:r>
            <a:endParaRPr dirty="0" lang="en-US"/>
          </a:p>
        </p:txBody>
      </p:sp>
      <p:sp>
        <p:nvSpPr>
          <p:cNvPr id="4" name="Google Shape;113;p15">
            <a:extLst>
              <a:ext uri="{EF0F5E14-6280-4E38-8599-550238836F0A}">
                <a16:creationId xmlns:a16="http://schemas.microsoft.com/office/drawing/2010/main" id="{2A8A1A78-E92F-451A-A2FE-09AC866F04B0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5" name="Google Shape;114;p15">
            <a:extLst>
              <a:ext uri="{25FADE5F-A2F9-4DDD-9091-40D94D3534B5}">
                <a16:creationId xmlns:a16="http://schemas.microsoft.com/office/drawing/2010/main" id="{90B036AB-DCE9-4103-8237-75977CE46478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BAF06114-D024-4A29-B6CF-F92DC26B58D8}" type="slidenum"/>
            <a:endParaRPr dirty="0" lang="en-US" sz="1800"/>
          </a:p>
        </p:txBody>
      </p:sp>
    </p:spTree>
    <p:extLst>
      <p:ext uri="{0084452D-E161-445C-8F5F-1D6D9130A2AD}">
        <p14:creationId xmlns:p14="http://schemas.microsoft.com/office/powerpoint/2010/main" val="1769061144774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9;p16">
            <a:extLst>
              <a:ext uri="{EBDB8EE7-DF3E-48D2-99ED-631D87552D60}">
                <a16:creationId xmlns:a16="http://schemas.microsoft.com/office/drawing/2010/main" id="{A9821F36-3C3B-4985-B090-7D03D6D93460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DATASET SOURCE </a:t>
            </a:r>
            <a:endParaRPr dirty="0" lang="en-US"/>
          </a:p>
        </p:txBody>
      </p:sp>
      <p:sp>
        <p:nvSpPr>
          <p:cNvPr id="3" name="Google Shape;120;p16">
            <a:extLst>
              <a:ext uri="{A50B3385-E2B7-41BD-84B0-3F26A6AD6AFE}">
                <a16:creationId xmlns:a16="http://schemas.microsoft.com/office/drawing/2010/main" id="{07532B44-6D92-4D05-A957-EADDDD69EC5C}"/>
              </a:ext>
            </a:extLst>
          </p:cNvPr>
          <p:cNvSpPr/>
          <p:nvPr>
            <p:ph idx="1" type="body"/>
          </p:nvPr>
        </p:nvSpPr>
        <p:spPr>
          <a:xfrm rot="0">
            <a:off x="1024150" y="1905750"/>
            <a:ext cx="9720000" cy="4379100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/>
          <a:p>
            <a:pPr algn="just" indent="-381000" lvl="0" marL="457200" rtl="false">
              <a:spcBef>
                <a:spcPts val="1400"/>
              </a:spcBef>
              <a:spcAft>
                <a:spcPts val="0"/>
              </a:spcAft>
              <a:buChar char="-"/>
              <a:buSzPct val="100000"/>
            </a:pPr>
            <a:r>
              <a:rPr dirty="0" lang="en-US" sz="2400"/>
              <a:t>The dataset that was used was obtained from “Kaggle” called the Sentiment140 dataset. </a:t>
            </a:r>
          </a:p>
          <a:p>
            <a:pPr algn="just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-381000" lvl="0" marL="457200" rtl="false">
              <a:spcBef>
                <a:spcPts val="1400"/>
              </a:spcBef>
              <a:spcAft>
                <a:spcPts val="0"/>
              </a:spcAft>
              <a:buChar char="-"/>
              <a:buSzPct val="100000"/>
            </a:pPr>
            <a:r>
              <a:rPr dirty="0" lang="en-US" sz="2400"/>
              <a:t>It contains 1,600,000 tweets extracted using the twitter API. The tweets have been annotated (0 = negative, 4 = positive) and they can be used to detect sentiment. </a:t>
            </a:r>
          </a:p>
          <a:p>
            <a:pPr algn="just" indent="0" lvl="0" marL="45720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400"/>
              <a:t> </a:t>
            </a:r>
          </a:p>
          <a:p>
            <a:pPr algn="just" indent="-381000" lvl="0" marL="457200" rtl="false">
              <a:spcBef>
                <a:spcPts val="1400"/>
              </a:spcBef>
              <a:spcAft>
                <a:spcPts val="0"/>
              </a:spcAft>
              <a:buChar char="-"/>
              <a:buSzPct val="100000"/>
            </a:pPr>
            <a:r>
              <a:rPr dirty="0" lang="en-US" sz="2400"/>
              <a:t>The two columns that we mainly need are as follows:</a:t>
            </a:r>
          </a:p>
          <a:p>
            <a:pPr algn="just" indent="-381000" lvl="1" marL="914400" rtl="false">
              <a:spcBef>
                <a:spcPts val="0"/>
              </a:spcBef>
              <a:spcAft>
                <a:spcPts val="0"/>
              </a:spcAft>
              <a:buChar char="-"/>
              <a:buSzPct val="100000"/>
            </a:pPr>
            <a:r>
              <a:rPr dirty="0" lang="en-US" sz="2400"/>
              <a:t>The Label</a:t>
            </a:r>
          </a:p>
          <a:p>
            <a:pPr algn="just" indent="-381000" lvl="1" marL="914400" rtl="false">
              <a:spcBef>
                <a:spcPts val="0"/>
              </a:spcBef>
              <a:spcAft>
                <a:spcPts val="0"/>
              </a:spcAft>
              <a:buChar char="-"/>
              <a:buSzPct val="100000"/>
            </a:pPr>
            <a:r>
              <a:rPr dirty="0" lang="en-US" sz="2400"/>
              <a:t>The Tweet</a:t>
            </a:r>
          </a:p>
          <a:p>
            <a:pPr algn="just" indent="0" lvl="0" marL="0" rtl="false"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0" lvl="0" marL="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0" lvl="0" marL="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  <a:endParaRPr dirty="0" lang="en-US" sz="2400"/>
          </a:p>
        </p:txBody>
      </p:sp>
      <p:sp>
        <p:nvSpPr>
          <p:cNvPr id="4" name="Google Shape;121;p16">
            <a:extLst>
              <a:ext uri="{55688F79-FB8E-461E-95EE-791F53DCD4D7}">
                <a16:creationId xmlns:a16="http://schemas.microsoft.com/office/drawing/2010/main" id="{16A2E76E-2F71-4D53-8A7B-5BCB5D73785D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5" name="Google Shape;122;p16">
            <a:extLst>
              <a:ext uri="{1BA5FCDE-54FD-4A07-8C41-B43408D86D66}">
                <a16:creationId xmlns:a16="http://schemas.microsoft.com/office/drawing/2010/main" id="{FD2DEEAC-E4BD-49F7-97B4-DB3EB795C281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FCD0195B-48F0-43C8-A471-0C5117671996}" type="slidenum"/>
            <a:endParaRPr dirty="0" lang="en-US" sz="1800"/>
          </a:p>
        </p:txBody>
      </p:sp>
    </p:spTree>
    <p:extLst>
      <p:ext uri="{C38AE0BF-A853-42E1-B1A6-7D003CDB9F4C}">
        <p14:creationId xmlns:p14="http://schemas.microsoft.com/office/powerpoint/2010/main" val="1769061144777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7;p17">
            <a:extLst>
              <a:ext uri="{60FA4BE4-B133-47A6-A3EC-EFBBE4B924BC}">
                <a16:creationId xmlns:a16="http://schemas.microsoft.com/office/drawing/2010/main" id="{3D377D2F-91AB-492D-B1CC-1B7EE18BB259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DATASET SOURCE </a:t>
            </a:r>
            <a:endParaRPr dirty="0" lang="en-US"/>
          </a:p>
        </p:txBody>
      </p:sp>
      <p:sp>
        <p:nvSpPr>
          <p:cNvPr id="3" name="Google Shape;128;p17">
            <a:extLst>
              <a:ext uri="{6904704B-9023-4489-923E-0E2AFDD05AA3}">
                <a16:creationId xmlns:a16="http://schemas.microsoft.com/office/drawing/2010/main" id="{0E7D76B7-7BBC-4C22-80DC-E1F65F06EC10}"/>
              </a:ext>
            </a:extLst>
          </p:cNvPr>
          <p:cNvSpPr/>
          <p:nvPr>
            <p:ph idx="1" type="body"/>
          </p:nvPr>
        </p:nvSpPr>
        <p:spPr>
          <a:xfrm rot="0">
            <a:off x="1024125" y="1808500"/>
            <a:ext cx="9720000" cy="4393500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/>
          <a:p>
            <a:pPr algn="just" indent="-381000" lvl="0" marL="457200" rtl="false">
              <a:spcBef>
                <a:spcPts val="1400"/>
              </a:spcBef>
              <a:spcAft>
                <a:spcPts val="0"/>
              </a:spcAft>
              <a:buChar char="-"/>
              <a:buSzPct val="100000"/>
            </a:pPr>
            <a:r>
              <a:rPr dirty="0" lang="en-US" sz="2400"/>
              <a:t>The format of the Tweet column was not useful and had to be cleaned and tokenized. We also limited the number of tweets to 40 thousand.</a:t>
            </a:r>
          </a:p>
          <a:p>
            <a:pPr algn="just" indent="0" lvl="0" marL="0" rtl="false"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0" lvl="0" marL="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0" lvl="0" marL="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  <a:endParaRPr dirty="0" lang="en-US" sz="2400"/>
          </a:p>
        </p:txBody>
      </p:sp>
      <p:sp>
        <p:nvSpPr>
          <p:cNvPr id="4" name="Google Shape;129;p17">
            <a:extLst>
              <a:ext uri="{8A57377C-8913-437B-8642-A04AFC585E8E}">
                <a16:creationId xmlns:a16="http://schemas.microsoft.com/office/drawing/2010/main" id="{AB08A069-2783-4403-A90A-19D106AB241D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5" name="Google Shape;130;p17">
            <a:extLst>
              <a:ext uri="{57603E29-CE1D-4283-BAB8-AB9FF363E5AE}">
                <a16:creationId xmlns:a16="http://schemas.microsoft.com/office/drawing/2010/main" id="{CF71399C-E728-4885-8C91-BB197AE4640E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5</a:t>
            </a:r>
            <a:endParaRPr dirty="0" lang="en-US" sz="1800"/>
          </a:p>
        </p:txBody>
      </p:sp>
      <p:pic>
        <p:nvPicPr>
          <p:cNvPr id="6" name="Google Shape;131;p17">
            <a:extLst>
              <a:ext uri="{58F6671B-5EAA-43D9-9076-6FDAC8A4E251}">
                <a16:creationId xmlns:a16="http://schemas.microsoft.com/office/drawing/2010/main" id="{7C326C1D-3844-45D7-A920-9767E123EBCA}"/>
              </a:ext>
            </a:extLst>
          </p:cNvPr>
          <p:cNvPicPr/>
          <p:nvPr/>
        </p:nvPicPr>
        <p:blipFill>
          <a:blip r:embed="rId2"/>
          <a:srcRect b="9070" l="15592" r="15260" t="15343"/>
          <a:stretch>
            <a:fillRect/>
          </a:stretch>
        </p:blipFill>
        <p:spPr>
          <a:xfrm rot="0">
            <a:off x="1507575" y="2853600"/>
            <a:ext cx="8430251" cy="345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2;p17">
            <a:extLst>
              <a:ext uri="{CF438065-B11D-4704-9C69-C4C4A87FCB60}">
                <a16:creationId xmlns:a16="http://schemas.microsoft.com/office/drawing/2010/main" id="{1B662880-FBC6-447B-908C-A4BBA8670D2C}"/>
              </a:ext>
            </a:extLst>
          </p:cNvPr>
          <p:cNvPicPr/>
          <p:nvPr/>
        </p:nvPicPr>
        <p:blipFill>
          <a:blip r:embed="rId3"/>
          <a:srcRect b="92908" l="1421" r="40563" t="4545"/>
          <a:stretch>
            <a:fillRect/>
          </a:stretch>
        </p:blipFill>
        <p:spPr>
          <a:xfrm rot="0">
            <a:off x="1400150" y="2853600"/>
            <a:ext cx="8430247" cy="274199"/>
          </a:xfrm>
          <a:prstGeom prst="rect">
            <a:avLst/>
          </a:prstGeom>
          <a:noFill/>
          <a:ln>
            <a:noFill/>
          </a:ln>
        </p:spPr>
      </p:pic>
    </p:spTree>
    <p:extLst>
      <p:ext uri="{BD202333-F4CD-4F17-8545-106D7518A917}">
        <p14:creationId xmlns:p14="http://schemas.microsoft.com/office/powerpoint/2010/main" val="1769061144780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7;p18">
            <a:extLst>
              <a:ext uri="{14CB0C42-5FB8-41F1-BB58-19F4C0A0FF2E}">
                <a16:creationId xmlns:a16="http://schemas.microsoft.com/office/drawing/2010/main" id="{6F7696B3-0EB6-4461-8E49-BB21A2AAD0E6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DATASET PREPROCESSING</a:t>
            </a:r>
            <a:r>
              <a:rPr dirty="0" lang="en-US"/>
              <a:t> </a:t>
            </a:r>
            <a:endParaRPr dirty="0" lang="en-US"/>
          </a:p>
        </p:txBody>
      </p:sp>
      <p:sp>
        <p:nvSpPr>
          <p:cNvPr id="3" name="Google Shape;138;p18">
            <a:extLst>
              <a:ext uri="{DE512661-85A0-49EC-9842-F30E71A8C823}">
                <a16:creationId xmlns:a16="http://schemas.microsoft.com/office/drawing/2010/main" id="{28B46319-094E-405C-9DED-7A705B1EE394}"/>
              </a:ext>
            </a:extLst>
          </p:cNvPr>
          <p:cNvSpPr/>
          <p:nvPr>
            <p:ph idx="1" type="body"/>
          </p:nvPr>
        </p:nvSpPr>
        <p:spPr>
          <a:xfrm rot="0">
            <a:off x="1024128" y="1905000"/>
            <a:ext cx="9720000" cy="4023299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/>
          <a:p>
            <a:pPr algn="just" indent="-381000" lvl="0" marL="45720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har char="-"/>
              <a:buSzPct val="100000"/>
            </a:pPr>
            <a:r>
              <a:rPr dirty="0" lang="en-US" sz="2400"/>
              <a:t>Chose the relevant columns that were required for our study, which were the tweet and the sentiment associated.</a:t>
            </a:r>
          </a:p>
          <a:p>
            <a:pPr algn="just" indent="0" lvl="0" marL="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-381000" lvl="0" marL="45720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har char="-"/>
              <a:buSzPct val="100000"/>
            </a:pPr>
            <a:r>
              <a:rPr dirty="0" lang="en-US" sz="2400"/>
              <a:t>If there were any emoticons used, we converted them into their equivalent emotion that they are trying to signify, while emojis were removed.</a:t>
            </a:r>
          </a:p>
          <a:p>
            <a:pPr algn="just" indent="0" lvl="0" marL="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-381000" lvl="0" marL="45720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har char="-"/>
              <a:buSzPct val="100000"/>
            </a:pPr>
            <a:r>
              <a:rPr dirty="0" lang="en-US" sz="2400"/>
              <a:t>We also expanded some words which were joined together such as “Can’t” was changed to “Can not”. </a:t>
            </a:r>
          </a:p>
          <a:p>
            <a:pPr algn="just" indent="0" lvl="0" marL="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0" lvl="0" marL="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457200" lvl="0" marL="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> </a:t>
            </a:r>
            <a:endParaRPr dirty="0" lang="en-US" sz="2400"/>
          </a:p>
        </p:txBody>
      </p:sp>
      <p:sp>
        <p:nvSpPr>
          <p:cNvPr id="4" name="Google Shape;139;p18">
            <a:extLst>
              <a:ext uri="{5A8CF12E-6578-4A2C-982B-1368482B9ABC}">
                <a16:creationId xmlns:a16="http://schemas.microsoft.com/office/drawing/2010/main" id="{4285AAA3-BBA2-4AFD-8FD7-293ED74A6933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5" name="Google Shape;140;p18">
            <a:extLst>
              <a:ext uri="{EAF4615B-9B75-4683-AD43-167A0433A97A}">
                <a16:creationId xmlns:a16="http://schemas.microsoft.com/office/drawing/2010/main" id="{247B7F43-E6F5-4B44-884E-28E43457331E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6</a:t>
            </a:r>
            <a:endParaRPr dirty="0" lang="en-US" sz="1800"/>
          </a:p>
        </p:txBody>
      </p:sp>
    </p:spTree>
    <p:extLst>
      <p:ext uri="{85C66A14-DAE7-4CA6-B472-781591AB20C4}">
        <p14:creationId xmlns:p14="http://schemas.microsoft.com/office/powerpoint/2010/main" val="1769061144782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5;p19">
            <a:extLst>
              <a:ext uri="{B843B0EA-07FE-490D-A063-80F98598608C}">
                <a16:creationId xmlns:a16="http://schemas.microsoft.com/office/drawing/2010/main" id="{C607AFB3-7E40-4770-B409-F970B7629D0D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DATASET PREPROCESSING </a:t>
            </a:r>
            <a:endParaRPr dirty="0" lang="en-US"/>
          </a:p>
        </p:txBody>
      </p:sp>
      <p:sp>
        <p:nvSpPr>
          <p:cNvPr id="3" name="Google Shape;146;p19">
            <a:extLst>
              <a:ext uri="{9C92E807-0F7A-4AA8-AE68-3753D5BDBE07}">
                <a16:creationId xmlns:a16="http://schemas.microsoft.com/office/drawing/2010/main" id="{0906FA3F-006F-4386-815E-4EDDA024CF16}"/>
              </a:ext>
            </a:extLst>
          </p:cNvPr>
          <p:cNvSpPr/>
          <p:nvPr>
            <p:ph idx="1" type="body"/>
          </p:nvPr>
        </p:nvSpPr>
        <p:spPr>
          <a:xfrm rot="0">
            <a:off x="1024125" y="1905000"/>
            <a:ext cx="9720000" cy="4254600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/>
          <a:p>
            <a:pPr algn="just" indent="-381000" lvl="0" marL="45720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har char="-"/>
              <a:buSzPct val="100000"/>
            </a:pPr>
            <a:r>
              <a:rPr dirty="0" lang="en-US" sz="2400"/>
              <a:t>Removal of numbers, URLs, html tags and symbols, the “@” symbol followed by the account handle.  </a:t>
            </a:r>
          </a:p>
          <a:p>
            <a:pPr algn="just" indent="0" lvl="0" marL="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-381000" lvl="0" marL="457200" rtl="false">
              <a:spcBef>
                <a:spcPts val="1400"/>
              </a:spcBef>
              <a:spcAft>
                <a:spcPts val="0"/>
              </a:spcAft>
              <a:buChar char="-"/>
              <a:buSzPct val="100000"/>
            </a:pPr>
            <a:r>
              <a:rPr dirty="0" lang="en-US" sz="2400"/>
              <a:t>These were all some data cleaning steps that were important to the study to function effectively. Finally, the dataset contained the cleaned tweets which we converted to lowercase for simplicity. </a:t>
            </a:r>
          </a:p>
          <a:p>
            <a:pPr algn="just" indent="0" lvl="0" marL="0" rtl="false"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-381000" lvl="0" marL="457200" rtl="false">
              <a:spcBef>
                <a:spcPts val="1400"/>
              </a:spcBef>
              <a:spcAft>
                <a:spcPts val="0"/>
              </a:spcAft>
              <a:buChar char="-"/>
              <a:buSzPct val="100000"/>
            </a:pPr>
            <a:r>
              <a:rPr dirty="0" lang="en-US" sz="2400"/>
              <a:t>Certain features, like adjectives, abstract nouns and adverbs were focused on and the rest of the words were removed as they did not add any value to the sentiment.</a:t>
            </a:r>
          </a:p>
          <a:p>
            <a:pPr algn="just" indent="0" lvl="0" marL="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0" lvl="0" marL="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457200" lvl="0" marL="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> </a:t>
            </a:r>
            <a:endParaRPr dirty="0" lang="en-US" sz="2400"/>
          </a:p>
        </p:txBody>
      </p:sp>
      <p:sp>
        <p:nvSpPr>
          <p:cNvPr id="4" name="Google Shape;147;p19">
            <a:extLst>
              <a:ext uri="{E2340F5A-6DFE-4C63-A5D0-C8946C81DC54}">
                <a16:creationId xmlns:a16="http://schemas.microsoft.com/office/drawing/2010/main" id="{25E5E92A-7FA1-423F-A5CF-E906DFDF6DB0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5" name="Google Shape;148;p19">
            <a:extLst>
              <a:ext uri="{6A1644D9-5410-43BB-AC2E-C5F1A6E999A1}">
                <a16:creationId xmlns:a16="http://schemas.microsoft.com/office/drawing/2010/main" id="{ABF6DD2B-244B-4651-81C1-E11AC46DC107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7</a:t>
            </a:r>
            <a:endParaRPr dirty="0" lang="en-US" sz="1800"/>
          </a:p>
        </p:txBody>
      </p:sp>
    </p:spTree>
    <p:extLst>
      <p:ext uri="{EAE9D737-40CC-4E34-808E-FF0E6CE19720}">
        <p14:creationId xmlns:p14="http://schemas.microsoft.com/office/powerpoint/2010/main" val="1769061144785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3;p20">
            <a:extLst>
              <a:ext uri="{CB15416C-FDEF-456E-AC0C-94837B25BEC1}">
                <a16:creationId xmlns:a16="http://schemas.microsoft.com/office/drawing/2010/main" id="{A7EAE807-27A2-4E76-9086-AEC20BCA47C4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LITERATURE REVIEW - TABLE 1</a:t>
            </a:r>
            <a:endParaRPr dirty="0" lang="en-US"/>
          </a:p>
        </p:txBody>
      </p:sp>
      <p:sp>
        <p:nvSpPr>
          <p:cNvPr id="3" name="Google Shape;154;p20">
            <a:extLst>
              <a:ext uri="{EF913360-E012-45B9-89C9-565D211AD2E1}">
                <a16:creationId xmlns:a16="http://schemas.microsoft.com/office/drawing/2010/main" id="{B0A56F41-EBC5-461C-96CE-0BC6EF1B8061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4" name="Google Shape;155;p20">
            <a:extLst>
              <a:ext uri="{BA069E51-9F48-4DB6-A391-B4A2AF309DF5}">
                <a16:creationId xmlns:a16="http://schemas.microsoft.com/office/drawing/2010/main" id="{68E26FA7-6369-436E-9ACA-7F42E9CC6516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8</a:t>
            </a:r>
            <a:endParaRPr dirty="0" lang="en-US" sz="1800"/>
          </a:p>
        </p:txBody>
      </p:sp>
      <p:graphicFrame>
        <p:nvGraphicFramePr>
          <p:cNvPr id="5" name="Google Shape;156;p20">
            <a:extLst>
              <a:ext uri="{72BD1851-DC43-4A01-AE3B-E3FEE00E6E88}">
                <a16:creationId xmlns:a16="http://schemas.microsoft.com/office/drawing/2010/main" id="{4B056848-04B7-4308-A15B-467FD66538F2}"/>
              </a:ext>
            </a:extLst>
          </p:cNvPr>
          <p:cNvGraphicFramePr/>
          <p:nvPr/>
        </p:nvGraphicFramePr>
        <p:xfrm rot="0">
          <a:off x="876100" y="208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{533352BA-0D56-4822-B7A2-507B349A5F6B}</a:tableStyleId>
              </a:tblPr>
              <a:tblGrid>
                <a:gridCol w="1248700"/>
                <a:gridCol w="2718125"/>
                <a:gridCol w="2624375"/>
                <a:gridCol w="3963650"/>
              </a:tblGrid>
              <a:tr h="621275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dirty="0" lang="en-US" sz="1800">
                          <a:solidFill>
                            <a:srgbClr val="ffffff"/>
                          </a:solidFill>
                          <a:latin typeface="+mn-lt"/>
                        </a:rPr>
                        <a:t>Papers</a:t>
                      </a:r>
                      <a:endParaRPr b="1" dirty="0" lang="en-US" sz="180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B="91425" marL="91425" marR="91425" marT="91425">
                    <a:lnL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dirty="0" lang="en-US" sz="1800">
                          <a:solidFill>
                            <a:srgbClr val="ffffff"/>
                          </a:solidFill>
                          <a:latin typeface="+mn-lt"/>
                        </a:rPr>
                        <a:t>Title</a:t>
                      </a:r>
                      <a:endParaRPr b="1" dirty="0" lang="en-US" sz="180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B="91425" marL="91425" marR="91425" marT="91425">
                    <a:lnL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dirty="0" lang="en-US" sz="1800">
                          <a:solidFill>
                            <a:srgbClr val="ffffff"/>
                          </a:solidFill>
                          <a:latin typeface="+mn-lt"/>
                        </a:rPr>
                        <a:t>Authors</a:t>
                      </a:r>
                      <a:endParaRPr b="1" dirty="0" lang="en-US" sz="180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B="91425" marL="91425" marR="91425" marT="91425">
                    <a:lnL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dirty="0" lang="en-US" sz="1800">
                          <a:solidFill>
                            <a:srgbClr val="ffffff"/>
                          </a:solidFill>
                          <a:latin typeface="+mn-lt"/>
                        </a:rPr>
                        <a:t>Methodology Used</a:t>
                      </a:r>
                      <a:endParaRPr b="1" dirty="0" lang="en-US" sz="180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B="91425" marL="91425" marR="91425" marT="91425">
                    <a:lnL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chemeClr val="accent1"/>
                    </a:solidFill>
                  </a:tcPr>
                </a:tc>
              </a:tr>
              <a:tr h="1227425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Paper 1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Machine translation of bi-lingual Hindi-English (</a:t>
                      </a:r>
                      <a:r>
                        <a:rPr dirty="0" err="1" lang="en-US" sz="1800"/>
                        <a:t>Hinglish</a:t>
                      </a:r>
                      <a:r>
                        <a:rPr dirty="0" lang="en-US" sz="1800"/>
                        <a:t>) text 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R. Mahesh, K.Sinha, Anil Thakur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Makes use a system designed specifically to separate out the Hindi and English parts of a word that has a combination of the two. 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</a:tr>
              <a:tr h="1538575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Paper 2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T</a:t>
                      </a:r>
                      <a:r>
                        <a:rPr dirty="0" lang="en-US" sz="1800"/>
                        <a:t>owards Sub-Word Level Compositions for Sentiment Analysis of Hindi-English Code Mixed Text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Aditya Joshi,</a:t>
                      </a:r>
                      <a:r>
                        <a:rPr dirty="0" err="1" lang="en-US" sz="1800"/>
                        <a:t>Ameya</a:t>
                      </a:r>
                      <a:r>
                        <a:rPr dirty="0" lang="en-US" sz="1800"/>
                        <a:t> </a:t>
                      </a:r>
                      <a:r>
                        <a:rPr dirty="0" err="1" lang="en-US" sz="1800"/>
                        <a:t>Prabhu</a:t>
                      </a:r>
                      <a:r>
                        <a:rPr dirty="0" lang="en-US" sz="1800"/>
                        <a:t> </a:t>
                      </a:r>
                      <a:r>
                        <a:rPr dirty="0" err="1" lang="en-US" sz="1800"/>
                        <a:t>Pandurang</a:t>
                      </a:r>
                      <a:r>
                        <a:rPr dirty="0" lang="en-US" sz="1800"/>
                        <a:t>, Manish Shrivatsava and Vasudeva Varma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Introduces a constantly learning sub-word level representation in </a:t>
                      </a:r>
                      <a:r>
                        <a:rPr dirty="0" err="1" lang="en-US" sz="1800"/>
                        <a:t>LSTM</a:t>
                      </a:r>
                      <a:r>
                        <a:rPr dirty="0" lang="en-US" sz="1800"/>
                        <a:t> (</a:t>
                      </a:r>
                      <a:r>
                        <a:rPr dirty="0" err="1" lang="en-US" sz="1800"/>
                        <a:t>Subword</a:t>
                      </a:r>
                      <a:r>
                        <a:rPr dirty="0" lang="en-US" sz="1800"/>
                        <a:t>-</a:t>
                      </a:r>
                      <a:r>
                        <a:rPr dirty="0" err="1" lang="en-US" sz="1800"/>
                        <a:t>LSTM</a:t>
                      </a:r>
                      <a:r>
                        <a:rPr dirty="0" lang="en-US" sz="1800"/>
                        <a:t>) architecture instead of character-level or word-level representations.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</a:tr>
            </a:tbl>
          </a:graphicData>
        </a:graphic>
      </p:graphicFrame>
    </p:spTree>
    <p:extLst>
      <p:ext uri="{0B7A41D1-5146-4966-B068-15E3D380AB07}">
        <p14:creationId xmlns:p14="http://schemas.microsoft.com/office/powerpoint/2010/main" val="1769061144788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1;p21">
            <a:extLst>
              <a:ext uri="{EF8D6DF2-205B-4988-BB30-583C1AB6444C}">
                <a16:creationId xmlns:a16="http://schemas.microsoft.com/office/drawing/2010/main" id="{931422D9-23C7-4C76-8358-E44E001F1FB6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LITERATURE REVIEW - TABLE 1</a:t>
            </a:r>
            <a:endParaRPr dirty="0" lang="en-US"/>
          </a:p>
        </p:txBody>
      </p:sp>
      <p:sp>
        <p:nvSpPr>
          <p:cNvPr id="3" name="Google Shape;162;p21">
            <a:extLst>
              <a:ext uri="{C2EDC67D-C8F0-482B-9E01-D9C4F38DDF14}">
                <a16:creationId xmlns:a16="http://schemas.microsoft.com/office/drawing/2010/main" id="{A587D69F-A05E-40BF-A73C-A817430F8BAD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4" name="Google Shape;163;p21">
            <a:extLst>
              <a:ext uri="{FC78606B-8045-4D28-9769-2E30C132AF2E}">
                <a16:creationId xmlns:a16="http://schemas.microsoft.com/office/drawing/2010/main" id="{B4D24D3E-A1E4-4BAB-A199-0619B68ABB1C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9</a:t>
            </a:r>
            <a:endParaRPr dirty="0" lang="en-US" sz="1800"/>
          </a:p>
        </p:txBody>
      </p:sp>
      <p:graphicFrame>
        <p:nvGraphicFramePr>
          <p:cNvPr id="5" name="Google Shape;164;p21">
            <a:extLst>
              <a:ext uri="{A9707825-8EED-4A9E-8536-E56C18F0D592}">
                <a16:creationId xmlns:a16="http://schemas.microsoft.com/office/drawing/2010/main" id="{3BC0BDCB-F750-40F9-B163-0365EB43DA98}"/>
              </a:ext>
            </a:extLst>
          </p:cNvPr>
          <p:cNvGraphicFramePr/>
          <p:nvPr/>
        </p:nvGraphicFramePr>
        <p:xfrm rot="0">
          <a:off x="900725" y="19112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{533352BA-0D56-4822-B7A2-507B349A5F6B}</a:tableStyleId>
              </a:tblPr>
              <a:tblGrid>
                <a:gridCol w="1248700"/>
                <a:gridCol w="2718125"/>
                <a:gridCol w="2809175"/>
                <a:gridCol w="3778850"/>
              </a:tblGrid>
              <a:tr h="777925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Paper 3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A Dataset of Hindi-English Code-Mixed Social Media Text for Hate Speech Detection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Aditya Bohra, Deepanshu Vijay, Vinay Singh, Syed S. Akhtar and Manish Shrivatsava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Makes use of a system created that classifies a tweet having a combination of Hindi and English to negative or not. 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</a:tr>
              <a:tr h="75965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Paper 4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Resource Creation for Hindi-English Code Mixed Social Media Text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Sakshi Gupta, Piyush Bansal and Radhika </a:t>
                      </a:r>
                      <a:r>
                        <a:rPr dirty="0" err="1" lang="en-US" sz="1800"/>
                        <a:t>Mamidi</a:t>
                      </a:r>
                      <a:endParaRPr dirty="0" err="1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Proposes a method to successfully aggregate data to form a dataset of words that have a multilingual characteristic. 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</a:tr>
              <a:tr h="98445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Paper 5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Sentiment classification of  Hinglish text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Kumar Ravi and Vadlamani Ravi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Made use of different combinations of feature selection methods and a host of classifiers using term frequency-inverse document frequency feature representation.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  <p:extLst>
      <p:ext uri="{7E4A75CE-276B-4340-8922-8077C6B87890}">
        <p14:creationId xmlns:p14="http://schemas.microsoft.com/office/powerpoint/2010/main" val="1769061144792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9;p22">
            <a:extLst>
              <a:ext uri="{B76B5C1B-06C2-4E20-93C9-4D71EDBC1B9F}">
                <a16:creationId xmlns:a16="http://schemas.microsoft.com/office/drawing/2010/main" id="{E9827DD1-FB77-47B0-A0DF-636A26375054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LITERATURE REVIEW - TABLE 2</a:t>
            </a:r>
            <a:endParaRPr dirty="0" lang="en-US"/>
          </a:p>
        </p:txBody>
      </p:sp>
      <p:sp>
        <p:nvSpPr>
          <p:cNvPr id="3" name="Google Shape;170;p22">
            <a:extLst>
              <a:ext uri="{C825FAEC-2881-4963-95DB-B2881AD5BD75}">
                <a16:creationId xmlns:a16="http://schemas.microsoft.com/office/drawing/2010/main" id="{CAB25712-EBD2-4037-A2BC-DAD325A99206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4" name="Google Shape;171;p22">
            <a:extLst>
              <a:ext uri="{317D87CF-6CBA-45DF-B6FF-D2551930DBD4}">
                <a16:creationId xmlns:a16="http://schemas.microsoft.com/office/drawing/2010/main" id="{1D7C3534-313F-4D96-B6A1-742BC3451C05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10</a:t>
            </a:r>
            <a:endParaRPr dirty="0" lang="en-US" sz="1800"/>
          </a:p>
        </p:txBody>
      </p:sp>
      <p:graphicFrame>
        <p:nvGraphicFramePr>
          <p:cNvPr id="5" name="Google Shape;172;p22">
            <a:extLst>
              <a:ext uri="{5D55B416-4BC4-4678-94A5-F4A8285F3B1C}">
                <a16:creationId xmlns:a16="http://schemas.microsoft.com/office/drawing/2010/main" id="{080247BE-89BB-4552-A953-3964247ECF8B}"/>
              </a:ext>
            </a:extLst>
          </p:cNvPr>
          <p:cNvGraphicFramePr/>
          <p:nvPr/>
        </p:nvGraphicFramePr>
        <p:xfrm rot="0">
          <a:off x="628488" y="208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{533352BA-0D56-4822-B7A2-507B349A5F6B}</a:tableStyleId>
              </a:tblPr>
              <a:tblGrid>
                <a:gridCol w="1203075"/>
                <a:gridCol w="1239750"/>
                <a:gridCol w="4299175"/>
                <a:gridCol w="4193025"/>
              </a:tblGrid>
              <a:tr h="59305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dirty="0" lang="en-US" sz="1800">
                          <a:solidFill>
                            <a:srgbClr val="ffffff"/>
                          </a:solidFill>
                          <a:latin typeface="+mn-lt"/>
                        </a:rPr>
                        <a:t>Papers</a:t>
                      </a:r>
                      <a:endParaRPr b="1" dirty="0" lang="en-US" sz="180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B="91425" marL="91425" marR="91425" marT="91425">
                    <a:lnL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dirty="0" lang="en-US" sz="1800">
                          <a:solidFill>
                            <a:srgbClr val="ffffff"/>
                          </a:solidFill>
                          <a:latin typeface="+mn-lt"/>
                        </a:rPr>
                        <a:t>Accuracy</a:t>
                      </a:r>
                      <a:endParaRPr b="1" dirty="0" lang="en-US" sz="180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B="91425" marL="91425" marR="91425" marT="91425">
                    <a:lnL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dirty="0" lang="en-US" sz="1800">
                          <a:solidFill>
                            <a:srgbClr val="ffffff"/>
                          </a:solidFill>
                          <a:latin typeface="+mn-lt"/>
                        </a:rPr>
                        <a:t>Benefits</a:t>
                      </a:r>
                      <a:endParaRPr b="1" dirty="0" lang="en-US" sz="180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B="91425" marL="91425" marR="91425" marT="91425">
                    <a:lnL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dirty="0" lang="en-US" sz="1800">
                          <a:solidFill>
                            <a:srgbClr val="ffffff"/>
                          </a:solidFill>
                          <a:latin typeface="+mn-lt"/>
                        </a:rPr>
                        <a:t>Drawbacks</a:t>
                      </a:r>
                      <a:endParaRPr b="1" dirty="0" lang="en-US" sz="180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B="91425" marL="91425" marR="91425" marT="91425">
                    <a:lnL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chemeClr val="accent1"/>
                    </a:solidFill>
                  </a:tcPr>
                </a:tc>
              </a:tr>
              <a:tr h="1030125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Paper 1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90%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>
                          <a:solidFill>
                            <a:schemeClr val="dk1"/>
                          </a:solidFill>
                        </a:rPr>
                        <a:t>The strategy described here is equally applicable to all Indian languages as these are verb ending languages and have similar mixture of lexicons as in case of Hindi. </a:t>
                      </a:r>
                      <a:endParaRPr dirty="0" lang="en-US" sz="1800">
                        <a:solidFill>
                          <a:schemeClr val="dk1"/>
                        </a:solidFill>
                      </a:endParaRPr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Elaborate testing is not possible as these languages are used in verbal communication. 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</a:tr>
              <a:tr h="127650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Paper 2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69.7%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Sub-Word </a:t>
                      </a:r>
                      <a:r>
                        <a:rPr dirty="0" err="1" lang="en-US" sz="1800"/>
                        <a:t>LSTM</a:t>
                      </a:r>
                      <a:r>
                        <a:rPr dirty="0" lang="en-US" sz="1800"/>
                        <a:t> interprets sentiment based on morpheme-like structures and the results thus produced are signiﬁcantly better than baselines. 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The lexicon lookup approach didn’t perform well owing to the heavily misspelt words in the text, which led to incorrect transliterations. 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</a:tr>
            </a:tbl>
          </a:graphicData>
        </a:graphic>
      </p:graphicFrame>
    </p:spTree>
    <p:extLst>
      <p:ext uri="{D28DBD70-A1D8-4CFB-B483-A855F3B5C92C}">
        <p14:creationId xmlns:p14="http://schemas.microsoft.com/office/powerpoint/2010/main" val="1769061144795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7;p23">
            <a:extLst>
              <a:ext uri="{A69D77CB-6A60-4723-B7FA-8AD2CD6BBC91}">
                <a16:creationId xmlns:a16="http://schemas.microsoft.com/office/drawing/2010/main" id="{217CEB32-1442-49A1-AC5D-478E1BA39339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LITERATURE REVIEW - TABLE 2</a:t>
            </a:r>
            <a:endParaRPr dirty="0" lang="en-US"/>
          </a:p>
        </p:txBody>
      </p:sp>
      <p:sp>
        <p:nvSpPr>
          <p:cNvPr id="3" name="Google Shape;178;p23">
            <a:extLst>
              <a:ext uri="{CC9BB524-B6B5-4A0A-94A6-858D4C450C23}">
                <a16:creationId xmlns:a16="http://schemas.microsoft.com/office/drawing/2010/main" id="{79E3D14C-78A7-40F0-B5DD-3F6F386F7D5B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4" name="Google Shape;179;p23">
            <a:extLst>
              <a:ext uri="{F0108898-9053-4170-9B96-02E6F17BEB53}">
                <a16:creationId xmlns:a16="http://schemas.microsoft.com/office/drawing/2010/main" id="{70A1CE47-E1E0-414F-8E4B-39538EDA391D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11</a:t>
            </a:r>
            <a:endParaRPr dirty="0" lang="en-US" sz="1800"/>
          </a:p>
        </p:txBody>
      </p:sp>
      <p:graphicFrame>
        <p:nvGraphicFramePr>
          <p:cNvPr id="5" name="Google Shape;180;p23">
            <a:extLst>
              <a:ext uri="{6E2CA921-CA34-439B-BA57-F95C096D698C}">
                <a16:creationId xmlns:a16="http://schemas.microsoft.com/office/drawing/2010/main" id="{8316EB4C-B8AA-4A1D-9FCF-6E20F40F21B2}"/>
              </a:ext>
            </a:extLst>
          </p:cNvPr>
          <p:cNvGraphicFramePr/>
          <p:nvPr/>
        </p:nvGraphicFramePr>
        <p:xfrm rot="0">
          <a:off x="876100" y="208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{533352BA-0D56-4822-B7A2-507B349A5F6B}</a:tableStyleId>
              </a:tblPr>
              <a:tblGrid>
                <a:gridCol w="1203075"/>
                <a:gridCol w="1239750"/>
                <a:gridCol w="4504525"/>
                <a:gridCol w="3987675"/>
              </a:tblGrid>
              <a:tr h="93970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Paper 3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71.7%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The features used in the classiﬁcation system are character n-grams, word n-grams, punctuations, negation words and hate lexicon which are integrated in the SVM as the classiﬁcation system. 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The corpus was not annotated with part-of-speech tags at word level which would have yield better results.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</a:tr>
              <a:tr h="59305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Paper 4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89.94%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They have used an existing language identiﬁcation system, and improved a normalisation system, achieving a higher accuracy than the base system. 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Have not taken into consideration the  sentence-level context for word disambiguation. 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</a:tr>
              <a:tr h="93970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Paper 5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AUC = 0.8601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Proposed a triumvirate of TF-IDF, GR, and RBFNN, which is found as the best combination for classifying sentiment expressed in the Hinglish text.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Did not employ sentence parser for considering relation between different parts-of-speech of a sentence. 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  <p:extLst>
      <p:ext uri="{AB08D880-D9F0-4E90-9314-394585998D1A}">
        <p14:creationId xmlns:p14="http://schemas.microsoft.com/office/powerpoint/2010/main" val="1769061144798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5;p24">
            <a:extLst>
              <a:ext uri="{3BA5F614-610A-4A30-8736-49752F95B5F9}">
                <a16:creationId xmlns:a16="http://schemas.microsoft.com/office/drawing/2010/main" id="{7DA7FCB3-D2C2-40C1-A1A8-8E22F50E1D23}"/>
              </a:ext>
            </a:extLst>
          </p:cNvPr>
          <p:cNvSpPr/>
          <p:nvPr>
            <p:ph type="title"/>
          </p:nvPr>
        </p:nvSpPr>
        <p:spPr>
          <a:xfrm rot="0">
            <a:off x="944100" y="453175"/>
            <a:ext cx="10866901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BLOCK DIAGRAM FOR IMPLEMENTATION</a:t>
            </a:r>
            <a:endParaRPr dirty="0" lang="en-US"/>
          </a:p>
        </p:txBody>
      </p:sp>
      <p:sp>
        <p:nvSpPr>
          <p:cNvPr id="3" name="Google Shape;186;p24">
            <a:extLst>
              <a:ext uri="{B52BC259-5246-4B9A-B1F8-CEF4A3FF10D5}">
                <a16:creationId xmlns:a16="http://schemas.microsoft.com/office/drawing/2010/main" id="{39FA1FD3-14B7-4D30-A4E5-D2C21F33B7A8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4" name="Google Shape;187;p24">
            <a:extLst>
              <a:ext uri="{BDEB6810-45C4-46D4-9AAA-6B2D1806B0D8}">
                <a16:creationId xmlns:a16="http://schemas.microsoft.com/office/drawing/2010/main" id="{6CF6255B-6E4A-4465-B3BE-F0EC8EEEF4CB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08BA4AAD-AC08-4A0A-84C2-05A4C9BB2829}" type="slidenum"/>
            <a:endParaRPr dirty="0" lang="en-US" sz="1800"/>
          </a:p>
        </p:txBody>
      </p:sp>
      <p:pic>
        <p:nvPicPr>
          <p:cNvPr id="5" name="Google Shape;188;p24">
            <a:extLst>
              <a:ext uri="{8561C779-CAA9-4DE1-A3FD-972545D1B0A5}">
                <a16:creationId xmlns:a16="http://schemas.microsoft.com/office/drawing/2010/main" id="{FDB15D16-2A74-4470-906A-7D27677E8BED}"/>
              </a:ext>
            </a:extLst>
          </p:cNvPr>
          <p:cNvPicPr/>
          <p:nvPr/>
        </p:nvPicPr>
        <p:blipFill>
          <a:blip r:embed="rId2"/>
          <a:srcRect b="0" l="1468" r="0" t="0"/>
          <a:stretch>
            <a:fillRect/>
          </a:stretch>
        </p:blipFill>
        <p:spPr>
          <a:xfrm rot="0">
            <a:off x="2518474" y="1612675"/>
            <a:ext cx="6571501" cy="4880999"/>
          </a:xfrm>
          <a:prstGeom prst="rect">
            <a:avLst/>
          </a:prstGeom>
          <a:noFill/>
          <a:ln>
            <a:noFill/>
          </a:ln>
        </p:spPr>
      </p:pic>
    </p:spTree>
    <p:extLst>
      <p:ext uri="{DB56CC10-0EB2-415B-9EE3-0D7F2699DD73}">
        <p14:creationId xmlns:p14="http://schemas.microsoft.com/office/powerpoint/2010/main" val="1769061144801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3;p25">
            <a:extLst>
              <a:ext uri="{702A9940-FE7D-4890-BEEA-3E9E502B273C}">
                <a16:creationId xmlns:a16="http://schemas.microsoft.com/office/drawing/2010/main" id="{1C5C199C-FF12-45ED-84F1-F2A3D0C146C7}"/>
              </a:ext>
            </a:extLst>
          </p:cNvPr>
          <p:cNvSpPr/>
          <p:nvPr>
            <p:ph type="title"/>
          </p:nvPr>
        </p:nvSpPr>
        <p:spPr>
          <a:xfrm rot="0">
            <a:off x="1024127" y="585216"/>
            <a:ext cx="9961551" cy="1499616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QUANTITY OF WORK – THE MAIN CODE MODULES </a:t>
            </a:r>
            <a:endParaRPr dirty="0" lang="en-US"/>
          </a:p>
        </p:txBody>
      </p:sp>
      <p:sp>
        <p:nvSpPr>
          <p:cNvPr id="3" name="Google Shape;194;p25">
            <a:extLst>
              <a:ext uri="{11FE71DE-08F7-498B-918A-F748DBFA824A}">
                <a16:creationId xmlns:a16="http://schemas.microsoft.com/office/drawing/2010/main" id="{3C59C483-B207-4EC5-A36E-C94C7D7844CB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4" name="Google Shape;195;p25">
            <a:extLst>
              <a:ext uri="{CFA3CBFC-F427-4F58-8B59-3896A849EEBE}">
                <a16:creationId xmlns:a16="http://schemas.microsoft.com/office/drawing/2010/main" id="{3BB3F90D-783F-49E9-B11A-F50F0491189E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13</a:t>
            </a:r>
            <a:endParaRPr dirty="0" lang="en-US" sz="1800"/>
          </a:p>
        </p:txBody>
      </p:sp>
      <p:graphicFrame>
        <p:nvGraphicFramePr>
          <p:cNvPr id="5" name="Google Shape;196;p25">
            <a:extLst>
              <a:ext uri="{3E5CBA35-574C-40A4-8F71-A221476BFC9A}">
                <a16:creationId xmlns:a16="http://schemas.microsoft.com/office/drawing/2010/main" id="{2EA6B6B6-C358-4486-8054-78AC44359BDC}"/>
              </a:ext>
            </a:extLst>
          </p:cNvPr>
          <p:cNvGraphicFramePr/>
          <p:nvPr/>
        </p:nvGraphicFramePr>
        <p:xfrm rot="0">
          <a:off x="889275" y="25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{533352BA-0D56-4822-B7A2-507B349A5F6B}</a:tableStyleId>
              </a:tblPr>
              <a:tblGrid>
                <a:gridCol w="1041325"/>
                <a:gridCol w="3091050"/>
                <a:gridCol w="2607550"/>
                <a:gridCol w="3610300"/>
              </a:tblGrid>
              <a:tr h="38100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dirty="0" err="1" lang="en-US" sz="1800">
                          <a:solidFill>
                            <a:srgbClr val="ffffff"/>
                          </a:solidFill>
                          <a:latin typeface="+mn-lt"/>
                        </a:rPr>
                        <a:t>Sl</a:t>
                      </a:r>
                      <a:r>
                        <a:rPr b="1" dirty="0" lang="en-US" sz="1800">
                          <a:solidFill>
                            <a:srgbClr val="ffffff"/>
                          </a:solidFill>
                          <a:latin typeface="+mn-lt"/>
                        </a:rPr>
                        <a:t>. No. </a:t>
                      </a:r>
                      <a:endParaRPr b="1" dirty="0" lang="en-US" sz="180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B="91425" marL="91425" marR="91425" marT="91425">
                    <a:lnL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dirty="0" lang="en-US" sz="1800">
                          <a:solidFill>
                            <a:srgbClr val="ffffff"/>
                          </a:solidFill>
                          <a:latin typeface="+mn-lt"/>
                        </a:rPr>
                        <a:t>Code Module Description</a:t>
                      </a:r>
                      <a:endParaRPr b="1" dirty="0" lang="en-US" sz="180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B="91425" marL="91425" marR="91425" marT="91425">
                    <a:lnL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dirty="0" lang="en-US" sz="1800">
                          <a:solidFill>
                            <a:srgbClr val="ffffff"/>
                          </a:solidFill>
                          <a:latin typeface="+mn-lt"/>
                        </a:rPr>
                        <a:t>Status (% completed)</a:t>
                      </a:r>
                      <a:endParaRPr b="1" dirty="0" lang="en-US" sz="180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B="91425" marL="91425" marR="91425" marT="91425">
                    <a:lnL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dirty="0" lang="en-US" sz="1800">
                          <a:solidFill>
                            <a:srgbClr val="ffffff"/>
                          </a:solidFill>
                          <a:latin typeface="+mn-lt"/>
                        </a:rPr>
                        <a:t>Comments</a:t>
                      </a:r>
                      <a:endParaRPr b="1" dirty="0" lang="en-US" sz="180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B="91425" marL="91425" marR="91425" marT="91425">
                    <a:lnL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algn="l" indent="-342900" lvl="0" marL="457200" rtl="false"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  <a:buSzPct val="100000"/>
                      </a:pPr>
                      <a:r>
                        <a:rPr dirty="0" lang="en-US" sz="1800"/>
                        <a:t/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err="1" lang="en-US" sz="1800"/>
                        <a:t>func</a:t>
                      </a:r>
                      <a:r>
                        <a:rPr dirty="0" lang="en-US" sz="1800"/>
                        <a:t>(test_text)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The master module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2.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err="1" lang="en-US" sz="1800"/>
                        <a:t>hinglish</a:t>
                      </a:r>
                      <a:r>
                        <a:rPr dirty="0" lang="en-US" sz="1800"/>
                        <a:t>(test_text)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Takes care of text translation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3.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text_classify(text)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Classifies text using all 8 models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4. 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hybrid(test_set_formatted)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Builds the hybrid model classifier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5.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features(test_text)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Filters features from the text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6.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start(text)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Preprocessing module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</a:tr>
            </a:tbl>
          </a:graphicData>
        </a:graphic>
      </p:graphicFrame>
    </p:spTree>
    <p:extLst>
      <p:ext uri="{EFE339E9-1092-4A9D-A111-5169184BC94A}">
        <p14:creationId xmlns:p14="http://schemas.microsoft.com/office/powerpoint/2010/main" val="1769061144804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1;p26">
            <a:extLst>
              <a:ext uri="{5FA69B4C-B712-4C9B-8A86-E9DC011CB6C3}">
                <a16:creationId xmlns:a16="http://schemas.microsoft.com/office/drawing/2010/main" id="{D4E4BA2C-B278-4965-BBC0-5AA32E296659}"/>
              </a:ext>
            </a:extLst>
          </p:cNvPr>
          <p:cNvSpPr/>
          <p:nvPr>
            <p:ph type="title"/>
          </p:nvPr>
        </p:nvSpPr>
        <p:spPr>
          <a:xfrm rot="0">
            <a:off x="1117200" y="570793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QUALITY OF WORK – MILESTONES THAT ARE DONE AND WORKING</a:t>
            </a:r>
            <a:endParaRPr dirty="0" lang="en-US"/>
          </a:p>
        </p:txBody>
      </p:sp>
      <p:sp>
        <p:nvSpPr>
          <p:cNvPr id="3" name="Google Shape;202;p26">
            <a:extLst>
              <a:ext uri="{3A233FDE-A496-44F1-9760-F6923AE8662A}">
                <a16:creationId xmlns:a16="http://schemas.microsoft.com/office/drawing/2010/main" id="{3DAD9C59-C398-4452-98EE-66FFE12EF9D4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4" name="Google Shape;203;p26">
            <a:extLst>
              <a:ext uri="{E38C7872-D01E-4519-9DE0-2306A652715D}">
                <a16:creationId xmlns:a16="http://schemas.microsoft.com/office/drawing/2010/main" id="{C53906F2-9D03-4A99-9C5B-FF17AE969AA1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25" y="6470700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14</a:t>
            </a:r>
            <a:endParaRPr dirty="0" lang="en-US" sz="1800"/>
          </a:p>
        </p:txBody>
      </p:sp>
      <p:graphicFrame>
        <p:nvGraphicFramePr>
          <p:cNvPr id="5" name="Google Shape;204;p26">
            <a:extLst>
              <a:ext uri="{67034B25-DBAE-4B72-ABF0-CCD9297F0883}">
                <a16:creationId xmlns:a16="http://schemas.microsoft.com/office/drawing/2010/main" id="{C4792BB8-3998-4245-B751-43EFAB9B36BF}"/>
              </a:ext>
            </a:extLst>
          </p:cNvPr>
          <p:cNvGraphicFramePr/>
          <p:nvPr/>
        </p:nvGraphicFramePr>
        <p:xfrm rot="0">
          <a:off x="1117103" y="22260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{AD3D8DA4-F192-47F2-84C4-BB9C5DE77D17}</a:tableStyleId>
              </a:tblPr>
              <a:tblGrid>
                <a:gridCol w="972275"/>
                <a:gridCol w="3332225"/>
                <a:gridCol w="1310200"/>
                <a:gridCol w="4105525"/>
              </a:tblGrid>
              <a:tr h="370850"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Serial no 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Milestone description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Status (% complete) 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Comments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</a:tr>
              <a:tr h="370850"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1.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Dataset Selection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A better dataset can be used.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</a:tr>
              <a:tr h="370850"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2.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Preprocessing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Cleaning done efficiently.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</a:tr>
              <a:tr h="370850"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3.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>
                          <a:latin typeface="Arial"/>
                        </a:rPr>
                        <a:t>Feature Selection</a:t>
                      </a:r>
                      <a:endParaRPr dirty="0" lang="en-US" sz="1800">
                        <a:latin typeface="Arial"/>
                      </a:endParaRPr>
                    </a:p>
                  </a:txBody>
                  <a:tcPr marB="45725" marL="91450" marR="91450" marT="45725">
                    <a:lnB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B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Adjectives, Abstract Nouns, Adverbs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</a:tr>
              <a:tr h="370850"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4.</a:t>
                      </a:r>
                      <a:endParaRPr dirty="0" lang="en-US" sz="1800"/>
                    </a:p>
                  </a:txBody>
                  <a:tcPr marB="45725" marL="91450" marR="91450" marT="45725">
                    <a:lnR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R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Choice of Classifiers</a:t>
                      </a:r>
                      <a:endParaRPr dirty="0" lang="en-US" sz="1800"/>
                    </a:p>
                  </a:txBody>
                  <a:tcPr marB="45725" marL="91450" marR="91450" marT="45725">
                    <a:lnL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381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B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45725" marL="91450" marR="91450" marT="45725">
                    <a:lnL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L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7 Classifiers chosen.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</a:tr>
              <a:tr h="370850"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5.</a:t>
                      </a:r>
                      <a:endParaRPr dirty="0" lang="en-US" sz="1800"/>
                    </a:p>
                  </a:txBody>
                  <a:tcPr marB="45725" marL="91450" marR="91450" marT="45725">
                    <a:lnR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R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Building Classifiers</a:t>
                      </a:r>
                      <a:endParaRPr dirty="0" lang="en-US" sz="1800"/>
                    </a:p>
                  </a:txBody>
                  <a:tcPr marB="45725" marL="91450" marR="91450" marT="45725">
                    <a:lnL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381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B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45725" marL="91450" marR="91450" marT="45725">
                    <a:lnL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L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Successfully built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</a:tr>
              <a:tr h="370850"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6.</a:t>
                      </a:r>
                      <a:endParaRPr dirty="0" lang="en-US" sz="1800"/>
                    </a:p>
                  </a:txBody>
                  <a:tcPr marB="45725" marL="91450" marR="91450" marT="45725">
                    <a:lnR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R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Training Classifiers</a:t>
                      </a:r>
                      <a:endParaRPr dirty="0" lang="en-US" sz="1800"/>
                    </a:p>
                  </a:txBody>
                  <a:tcPr marB="45725" marL="91450" marR="91450" marT="45725">
                    <a:lnL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B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45725" marL="91450" marR="91450" marT="45725">
                    <a:lnL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L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Trained on 85% data.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</a:tr>
              <a:tr h="370850"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7.</a:t>
                      </a:r>
                      <a:endParaRPr dirty="0" lang="en-US" sz="1800"/>
                    </a:p>
                  </a:txBody>
                  <a:tcPr marB="45725" marL="91450" marR="91450" marT="45725">
                    <a:lnR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R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Creation of Hybrid Model</a:t>
                      </a:r>
                      <a:endParaRPr dirty="0" lang="en-US" sz="1800"/>
                    </a:p>
                  </a:txBody>
                  <a:tcPr marB="45725" marL="91450" marR="91450" marT="45725">
                    <a:lnL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B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45725" marL="91450" marR="91450" marT="45725">
                    <a:lnL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L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Voting Based Ensemble Model.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</a:tr>
              <a:tr h="370850"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8.</a:t>
                      </a:r>
                      <a:endParaRPr dirty="0" lang="en-US" sz="1800"/>
                    </a:p>
                  </a:txBody>
                  <a:tcPr marB="45725" marL="91450" marR="91450" marT="45725">
                    <a:lnR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R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Translation Challenge</a:t>
                      </a:r>
                      <a:endParaRPr dirty="0" lang="en-US" sz="1800"/>
                    </a:p>
                  </a:txBody>
                  <a:tcPr marB="45725" marL="91450" marR="91450" marT="45725">
                    <a:lnL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B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45725" marL="91450" marR="91450" marT="45725">
                    <a:lnL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L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Google Translate Machine, </a:t>
                      </a:r>
                      <a:r>
                        <a:rPr dirty="0" err="1" lang="en-US" sz="1800"/>
                        <a:t>TextBlob</a:t>
                      </a:r>
                      <a:endParaRPr dirty="0" err="1" lang="en-US" sz="1800"/>
                    </a:p>
                  </a:txBody>
                  <a:tcPr marB="45725" marL="91450" marR="91450" marT="45725"/>
                </a:tc>
              </a:tr>
              <a:tr h="370850"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9.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Creating a controller module</a:t>
                      </a:r>
                      <a:endParaRPr dirty="0" lang="en-US" sz="1800"/>
                    </a:p>
                  </a:txBody>
                  <a:tcPr marB="45725" marL="91450" marR="91450" marT="45725">
                    <a:lnT algn="ctr" cap="flat" cmpd="sng" w="12700">
                      <a:solidFill>
                        <a:schemeClr val="lt1"/>
                      </a:solidFill>
                      <a:prstDash val="solid"/>
                      <a:round/>
                      <a:headEnd/>
                      <a:tailEnd/>
                    </a:lnT>
                  </a:tcPr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100%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  <a:tc>
                  <a:txBody>
                    <a:bodyPr rtlCol="0"/>
                    <a:lstStyle/>
                    <a:p>
                      <a:pPr algn="l" indent="0" lvl="0" marL="0" marR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err="1" lang="en-US" sz="1800"/>
                        <a:t>func</a:t>
                      </a:r>
                      <a:r>
                        <a:rPr dirty="0" lang="en-US" sz="1800"/>
                        <a:t> module combines all functionality.</a:t>
                      </a:r>
                      <a:endParaRPr dirty="0" lang="en-US" sz="1800"/>
                    </a:p>
                  </a:txBody>
                  <a:tcPr marB="45725" marL="91450" marR="91450" marT="45725"/>
                </a:tc>
              </a:tr>
            </a:tbl>
          </a:graphicData>
        </a:graphic>
      </p:graphicFrame>
    </p:spTree>
    <p:extLst>
      <p:ext uri="{E98F6731-72F4-4369-965B-11E94E4E9EFB}">
        <p14:creationId xmlns:p14="http://schemas.microsoft.com/office/powerpoint/2010/main" val="1769061144809"/>
      </p:ext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0;p27">
            <a:extLst>
              <a:ext uri="{D0E0993B-7E9F-4EFC-BC72-FD784AA798EC}">
                <a16:creationId xmlns:a16="http://schemas.microsoft.com/office/drawing/2010/main" id="{10A08BAC-478E-4467-B243-43BE445B49B3}"/>
              </a:ext>
            </a:extLst>
          </p:cNvPr>
          <p:cNvSpPr/>
          <p:nvPr>
            <p:ph type="title"/>
          </p:nvPr>
        </p:nvSpPr>
        <p:spPr>
          <a:xfrm rot="0">
            <a:off x="1024125" y="585224"/>
            <a:ext cx="10185001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RESULTS OBTAINED - Accuracy</a:t>
            </a:r>
            <a:endParaRPr dirty="0" lang="en-US"/>
          </a:p>
        </p:txBody>
      </p:sp>
      <p:sp>
        <p:nvSpPr>
          <p:cNvPr id="3" name="Google Shape;211;p27">
            <a:extLst>
              <a:ext uri="{E0EA7F9B-7473-433D-A689-615CA24A8581}">
                <a16:creationId xmlns:a16="http://schemas.microsoft.com/office/drawing/2010/main" id="{D269DF04-577C-43A3-9ABF-DFDD0614360C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4" name="Google Shape;212;p27">
            <a:extLst>
              <a:ext uri="{908EB4B1-201D-4D67-B5DB-17F7C71585AC}">
                <a16:creationId xmlns:a16="http://schemas.microsoft.com/office/drawing/2010/main" id="{8C850A44-F1A7-4D11-9A5D-5D4D3EE66354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A79BD936-C795-44B3-9723-C2E87A7288A6}" type="slidenum"/>
            <a:endParaRPr dirty="0" lang="en-US" sz="1800"/>
          </a:p>
        </p:txBody>
      </p:sp>
      <p:pic>
        <p:nvPicPr>
          <p:cNvPr id="5" name="Google Shape;213;p27">
            <a:extLst>
              <a:ext uri="{D4E6582E-35D2-4DD0-932D-A1863963C42E}">
                <a16:creationId xmlns:a16="http://schemas.microsoft.com/office/drawing/2010/main" id="{A399152A-5D96-448A-B485-2554940D841B}"/>
              </a:ext>
            </a:extLst>
          </p:cNvPr>
          <p:cNvPicPr/>
          <p:nvPr/>
        </p:nvPicPr>
        <p:blipFill>
          <a:blip r:embed="rId2"/>
          <a:srcRect b="0" l="835" r="835" t="0"/>
          <a:stretch>
            <a:fillRect/>
          </a:stretch>
        </p:blipFill>
        <p:spPr>
          <a:xfrm rot="0">
            <a:off x="895325" y="2236512"/>
            <a:ext cx="6088050" cy="379781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14;p27">
            <a:extLst>
              <a:ext uri="{56F517A7-2408-4D0E-A4A3-1083F787A301}">
                <a16:creationId xmlns:a16="http://schemas.microsoft.com/office/drawing/2010/main" id="{89150C94-2728-4F3D-B402-ACFF503F691E}"/>
              </a:ext>
            </a:extLst>
          </p:cNvPr>
          <p:cNvSpPr txBox="1"/>
          <p:nvPr/>
        </p:nvSpPr>
        <p:spPr>
          <a:xfrm rot="-5400000">
            <a:off x="-805574" y="3926175"/>
            <a:ext cx="3240900" cy="418500"/>
          </a:xfrm>
          <a:prstGeom prst="rect">
            <a:avLst/>
          </a:prstGeom>
          <a:noFill/>
          <a:ln>
            <a:noFill/>
          </a:ln>
        </p:spPr>
        <p:txBody>
          <a:bodyPr anchor="t" bIns="91425" lIns="91425" rIns="91425" rtlCol="0" spcFirstLastPara="true" tIns="91425" wrap="square">
            <a:noAutofit/>
          </a:bodyPr>
          <a:lstStyle/>
          <a:p>
            <a:pPr algn="ct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000">
                <a:solidFill>
                  <a:srgbClr val="666666"/>
                </a:solidFill>
                <a:latin typeface="Twentieth Century"/>
              </a:rPr>
              <a:t>Accuracy</a:t>
            </a:r>
            <a:endParaRPr dirty="0" lang="en-US" sz="2000">
              <a:solidFill>
                <a:srgbClr val="666666"/>
              </a:solidFill>
              <a:latin typeface="Twentieth Century"/>
            </a:endParaRPr>
          </a:p>
        </p:txBody>
      </p:sp>
      <p:sp>
        <p:nvSpPr>
          <p:cNvPr id="7" name="Google Shape;215;p27">
            <a:extLst>
              <a:ext uri="{2159E227-800F-4BAC-8164-9512D9FBF52E}">
                <a16:creationId xmlns:a16="http://schemas.microsoft.com/office/drawing/2010/main" id="{FAE1A212-A2CC-40A3-8EB3-CBC44DAE8B48}"/>
              </a:ext>
            </a:extLst>
          </p:cNvPr>
          <p:cNvSpPr txBox="1"/>
          <p:nvPr/>
        </p:nvSpPr>
        <p:spPr>
          <a:xfrm rot="0">
            <a:off x="2560525" y="5827500"/>
            <a:ext cx="3115800" cy="436500"/>
          </a:xfrm>
          <a:prstGeom prst="rect">
            <a:avLst/>
          </a:prstGeom>
          <a:noFill/>
          <a:ln>
            <a:noFill/>
          </a:ln>
        </p:spPr>
        <p:txBody>
          <a:bodyPr anchor="t" bIns="91425" lIns="91425" rIns="91425" rtlCol="0" spcFirstLastPara="true" tIns="91425" wrap="square">
            <a:noAutofit/>
          </a:bodyPr>
          <a:lstStyle/>
          <a:p>
            <a:pPr algn="ct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000">
                <a:solidFill>
                  <a:srgbClr val="666666"/>
                </a:solidFill>
                <a:latin typeface="Twentieth Century"/>
              </a:rPr>
              <a:t>Classifier</a:t>
            </a:r>
            <a:endParaRPr dirty="0" lang="en-US" sz="2000">
              <a:solidFill>
                <a:srgbClr val="666666"/>
              </a:solidFill>
              <a:latin typeface="Twentieth Century"/>
            </a:endParaRPr>
          </a:p>
        </p:txBody>
      </p:sp>
      <p:sp>
        <p:nvSpPr>
          <p:cNvPr id="8" name="Google Shape;216;p27">
            <a:extLst>
              <a:ext uri="{CBED0E37-81DA-43BD-839C-D01B7AC51212}">
                <a16:creationId xmlns:a16="http://schemas.microsoft.com/office/drawing/2010/main" id="{8B29B0D6-BEFA-4F1D-9371-DD8078A62352}"/>
              </a:ext>
            </a:extLst>
          </p:cNvPr>
          <p:cNvSpPr txBox="1"/>
          <p:nvPr/>
        </p:nvSpPr>
        <p:spPr>
          <a:xfrm rot="0">
            <a:off x="2453125" y="1800025"/>
            <a:ext cx="3903599" cy="436500"/>
          </a:xfrm>
          <a:prstGeom prst="rect">
            <a:avLst/>
          </a:prstGeom>
          <a:noFill/>
          <a:ln>
            <a:noFill/>
          </a:ln>
        </p:spPr>
        <p:txBody>
          <a:bodyPr anchor="t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200">
                <a:solidFill>
                  <a:srgbClr val="666666"/>
                </a:solidFill>
                <a:latin typeface="Twentieth Century"/>
              </a:rPr>
              <a:t>Comparison of </a:t>
            </a:r>
            <a:r>
              <a:rPr dirty="0" err="1" lang="en-US" sz="2200">
                <a:solidFill>
                  <a:srgbClr val="666666"/>
                </a:solidFill>
                <a:latin typeface="Twentieth Century"/>
              </a:rPr>
              <a:t>Accuracies</a:t>
            </a:r>
            <a:endParaRPr dirty="0" err="1" lang="en-US" sz="2200">
              <a:solidFill>
                <a:srgbClr val="666666"/>
              </a:solidFill>
              <a:latin typeface="Twentieth Century"/>
            </a:endParaRPr>
          </a:p>
        </p:txBody>
      </p:sp>
      <p:graphicFrame>
        <p:nvGraphicFramePr>
          <p:cNvPr id="9" name="Google Shape;217;p27">
            <a:extLst>
              <a:ext uri="{DEADC0FE-873E-4FCD-AB68-027E8F760157}">
                <a16:creationId xmlns:a16="http://schemas.microsoft.com/office/drawing/2010/main" id="{9B9CD932-61DE-43BE-98AF-9BADBFADA7EB}"/>
              </a:ext>
            </a:extLst>
          </p:cNvPr>
          <p:cNvGraphicFramePr/>
          <p:nvPr/>
        </p:nvGraphicFramePr>
        <p:xfrm rot="0">
          <a:off x="6879400" y="180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{533352BA-0D56-4822-B7A2-507B349A5F6B}</a:tableStyleId>
              </a:tblPr>
              <a:tblGrid>
                <a:gridCol w="3064075"/>
                <a:gridCol w="1551475"/>
              </a:tblGrid>
              <a:tr h="479800">
                <a:tc>
                  <a:txBody>
                    <a:bodyPr rtlCol="0"/>
                    <a:lstStyle/>
                    <a:p>
                      <a:pPr algn="ctr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dirty="0" lang="en-US" sz="1800">
                          <a:solidFill>
                            <a:srgbClr val="ffffff"/>
                          </a:solidFill>
                          <a:latin typeface="+mn-lt"/>
                        </a:rPr>
                        <a:t>Classifier Used</a:t>
                      </a:r>
                      <a:endParaRPr b="1" dirty="0" lang="en-US" sz="180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B="91425" marL="91425" marR="91425" marT="91425">
                    <a:lnL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dirty="0" lang="en-US" sz="1800">
                          <a:solidFill>
                            <a:srgbClr val="ffffff"/>
                          </a:solidFill>
                          <a:latin typeface="+mn-lt"/>
                        </a:rPr>
                        <a:t>Accuracy</a:t>
                      </a:r>
                      <a:endParaRPr b="1" dirty="0" lang="en-US" sz="180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B="91425" marL="91425" marR="91425" marT="91425">
                    <a:lnL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chemeClr val="accent1"/>
                    </a:solidFill>
                  </a:tcPr>
                </a:tc>
              </a:tr>
              <a:tr h="47980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Naive Bayes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62.0729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19050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be2f5"/>
                    </a:solidFill>
                  </a:tcPr>
                </a:tc>
              </a:tr>
              <a:tr h="517775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err="1" lang="en-US" sz="1800"/>
                        <a:t>Multinomial</a:t>
                      </a:r>
                      <a:r>
                        <a:rPr dirty="0" lang="en-US" sz="1800"/>
                        <a:t> Naive Bayes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62.2062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</a:tr>
              <a:tr h="464075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Bernoulli Naive Bayes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62.2062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be2f5"/>
                    </a:solidFill>
                  </a:tcPr>
                </a:tc>
              </a:tr>
              <a:tr h="46405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Logistic Regression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62.2562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</a:tr>
              <a:tr h="47980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err="1" lang="en-US" sz="1800"/>
                        <a:t>SGD</a:t>
                      </a:r>
                      <a:endParaRPr dirty="0" err="1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61.2397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be2f5"/>
                    </a:solidFill>
                  </a:tcPr>
                </a:tc>
              </a:tr>
              <a:tr h="47980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err="1" lang="en-US" sz="1800"/>
                        <a:t>SVC</a:t>
                      </a:r>
                      <a:r>
                        <a:rPr dirty="0" lang="en-US" sz="1800"/>
                        <a:t> Classifier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61.3897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</a:tr>
              <a:tr h="47980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Max Entropy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be2f5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613897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cbe2f5"/>
                    </a:solidFill>
                  </a:tcPr>
                </a:tc>
              </a:tr>
              <a:tr h="479800">
                <a:tc>
                  <a:txBody>
                    <a:bodyPr rtlCol="0"/>
                    <a:lstStyle/>
                    <a:p>
                      <a:pPr algn="l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Hybrid Model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 indent="0" lvl="0" marL="0" rtl="false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 sz="1800"/>
                        <a:t>62.2563</a:t>
                      </a:r>
                      <a:endParaRPr dirty="0" lang="en-US" sz="1800"/>
                    </a:p>
                  </a:txBody>
                  <a:tcPr marB="91425" marL="91425" marR="91425" marT="91425">
                    <a:lnL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L>
                    <a:lnR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R>
                    <a:lnT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T>
                    <a:lnB algn="ctr" cap="flat" cmpd="sng" w="9525">
                      <a:solidFill>
                        <a:srgbClr val="ffffff"/>
                      </a:solidFill>
                      <a:prstDash val="solid"/>
                      <a:round/>
                      <a:headEnd/>
                      <a:tailEnd/>
                    </a:lnB>
                    <a:solidFill>
                      <a:srgbClr val="e7f1fa"/>
                    </a:solidFill>
                  </a:tcPr>
                </a:tc>
              </a:tr>
            </a:tbl>
          </a:graphicData>
        </a:graphic>
      </p:graphicFrame>
    </p:spTree>
    <p:extLst>
      <p:ext uri="{81F3A850-1B8A-47B6-8E2B-81C26DD01D80}">
        <p14:creationId xmlns:p14="http://schemas.microsoft.com/office/powerpoint/2010/main" val="1769061144814"/>
      </p:ext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3;p28">
            <a:extLst>
              <a:ext uri="{C95AD9F3-CC72-4BA7-9EE4-7C19632D03B2}">
                <a16:creationId xmlns:a16="http://schemas.microsoft.com/office/drawing/2010/main" id="{652BE29E-7300-4768-B3D2-51389147F462}"/>
              </a:ext>
            </a:extLst>
          </p:cNvPr>
          <p:cNvSpPr/>
          <p:nvPr>
            <p:ph type="title"/>
          </p:nvPr>
        </p:nvSpPr>
        <p:spPr>
          <a:xfrm rot="0">
            <a:off x="1024125" y="585224"/>
            <a:ext cx="10256699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RESULTS OBTAINED - Confusion Matrix</a:t>
            </a:r>
            <a:endParaRPr dirty="0" lang="en-US"/>
          </a:p>
        </p:txBody>
      </p:sp>
      <p:sp>
        <p:nvSpPr>
          <p:cNvPr id="3" name="Google Shape;224;p28">
            <a:extLst>
              <a:ext uri="{C3D01986-37E1-4745-9719-0220B8CDD471}">
                <a16:creationId xmlns:a16="http://schemas.microsoft.com/office/drawing/2010/main" id="{4C7E302D-0915-4059-ABAA-51BC6646E242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4" name="Google Shape;225;p28">
            <a:extLst>
              <a:ext uri="{8F02C836-31DA-444B-A6E5-80DEAE8AC445}">
                <a16:creationId xmlns:a16="http://schemas.microsoft.com/office/drawing/2010/main" id="{4D8E479C-B3DA-4345-81B7-283E6C56A1F3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B54D3DEE-E518-419D-8CEE-19F94A03AD6D}" type="slidenum"/>
            <a:endParaRPr dirty="0" lang="en-US" sz="1800"/>
          </a:p>
        </p:txBody>
      </p:sp>
      <p:pic>
        <p:nvPicPr>
          <p:cNvPr id="5" name="Google Shape;226;p28">
            <a:extLst>
              <a:ext uri="{946972C8-F4DC-412D-8660-E3C1D3CAA722}">
                <a16:creationId xmlns:a16="http://schemas.microsoft.com/office/drawing/2010/main" id="{FFAE06EE-B552-4720-9893-0CC22BD8FFB1}"/>
              </a:ext>
            </a:extLst>
          </p:cNvPr>
          <p:cNvPicPr/>
          <p:nvPr/>
        </p:nvPicPr>
        <p:blipFill>
          <a:blip r:embed="rId2"/>
          <a:srcRect b="0" l="6749" r="13282" t="0"/>
          <a:stretch>
            <a:fillRect/>
          </a:stretch>
        </p:blipFill>
        <p:spPr>
          <a:xfrm rot="0">
            <a:off x="1024125" y="2317963"/>
            <a:ext cx="4868300" cy="402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27;p28">
            <a:extLst>
              <a:ext uri="{9AEC51EF-10F5-496D-858A-762F2B880738}">
                <a16:creationId xmlns:a16="http://schemas.microsoft.com/office/drawing/2010/main" id="{758E0272-4F76-430B-8BF7-586ECE9193CE}"/>
              </a:ext>
            </a:extLst>
          </p:cNvPr>
          <p:cNvPicPr/>
          <p:nvPr/>
        </p:nvPicPr>
        <p:blipFill>
          <a:blip r:embed="rId3"/>
          <a:srcRect b="0" l="3787" r="16809" t="5365"/>
          <a:stretch>
            <a:fillRect/>
          </a:stretch>
        </p:blipFill>
        <p:spPr>
          <a:xfrm rot="0">
            <a:off x="6272070" y="2449437"/>
            <a:ext cx="4847553" cy="4021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28;p28">
            <a:extLst>
              <a:ext uri="{1A4C7220-ED43-45EB-B5E1-B74455805FA4}">
                <a16:creationId xmlns:a16="http://schemas.microsoft.com/office/drawing/2010/main" id="{27848E57-EB47-4271-9392-C87A6726CB52}"/>
              </a:ext>
            </a:extLst>
          </p:cNvPr>
          <p:cNvSpPr txBox="1"/>
          <p:nvPr/>
        </p:nvSpPr>
        <p:spPr>
          <a:xfrm rot="0">
            <a:off x="1253424" y="1701075"/>
            <a:ext cx="4279499" cy="485400"/>
          </a:xfrm>
          <a:prstGeom prst="rect">
            <a:avLst/>
          </a:prstGeom>
          <a:noFill/>
          <a:ln>
            <a:noFill/>
          </a:ln>
        </p:spPr>
        <p:txBody>
          <a:bodyPr anchor="t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2200">
                <a:latin typeface="Twentieth Century"/>
              </a:rPr>
              <a:t>For Hybrid Model:</a:t>
            </a:r>
            <a:endParaRPr dirty="0" lang="en-US" sz="2200">
              <a:latin typeface="Twentieth Century"/>
            </a:endParaRPr>
          </a:p>
        </p:txBody>
      </p:sp>
    </p:spTree>
    <p:extLst>
      <p:ext uri="{17CEEFCC-53E2-43AF-85FB-5BE3CD412718}">
        <p14:creationId xmlns:p14="http://schemas.microsoft.com/office/powerpoint/2010/main" val="1769061144818"/>
      </p:ext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4;p29">
            <a:extLst>
              <a:ext uri="{AB11BAC3-07E5-48C4-A723-ECBB34013CB4}">
                <a16:creationId xmlns:a16="http://schemas.microsoft.com/office/drawing/2010/main" id="{B976A08A-E85C-4967-BB6A-E22E3D43BDFD}"/>
              </a:ext>
            </a:extLst>
          </p:cNvPr>
          <p:cNvSpPr/>
          <p:nvPr>
            <p:ph type="title"/>
          </p:nvPr>
        </p:nvSpPr>
        <p:spPr>
          <a:xfrm rot="0">
            <a:off x="1024125" y="585224"/>
            <a:ext cx="10256699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RESULTS OBTAINED - F1 Score</a:t>
            </a:r>
            <a:endParaRPr dirty="0" lang="en-US"/>
          </a:p>
        </p:txBody>
      </p:sp>
      <p:sp>
        <p:nvSpPr>
          <p:cNvPr id="3" name="Google Shape;235;p29">
            <a:extLst>
              <a:ext uri="{A2F31878-D6D1-4E16-91A8-40BB5F9A4AA2}">
                <a16:creationId xmlns:a16="http://schemas.microsoft.com/office/drawing/2010/main" id="{0C71B648-CE3F-4541-A927-CFE373CC9141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4" name="Google Shape;236;p29">
            <a:extLst>
              <a:ext uri="{47E5D767-7C3B-4633-93AC-C7B5A79F9E11}">
                <a16:creationId xmlns:a16="http://schemas.microsoft.com/office/drawing/2010/main" id="{ECD5F07F-8606-46D7-9F9C-CCCA1EF301D9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68738E2D-0F52-435D-B8E2-AA71D02AD01E}" type="slidenum"/>
            <a:endParaRPr dirty="0" lang="en-US" sz="1800"/>
          </a:p>
        </p:txBody>
      </p:sp>
      <p:pic>
        <p:nvPicPr>
          <p:cNvPr id="5" name="Google Shape;237;p29">
            <a:extLst>
              <a:ext uri="{FA0016A7-E604-4333-AFD0-C4435B2A9391}">
                <a16:creationId xmlns:a16="http://schemas.microsoft.com/office/drawing/2010/main" id="{CB23C077-0891-4DF8-845F-DE40D5037F4A}"/>
              </a:ext>
            </a:extLst>
          </p:cNvPr>
          <p:cNvPicPr/>
          <p:nvPr/>
        </p:nvPicPr>
        <p:blipFill>
          <a:blip r:embed="rId2"/>
          <a:srcRect b="39979" l="7287" r="23311" t="17013"/>
          <a:stretch>
            <a:fillRect/>
          </a:stretch>
        </p:blipFill>
        <p:spPr>
          <a:xfrm rot="0">
            <a:off x="4209250" y="2084925"/>
            <a:ext cx="7350801" cy="16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38;p29">
            <a:extLst>
              <a:ext uri="{E743B5A0-6AF7-4EC9-9896-393FD28E4F20}">
                <a16:creationId xmlns:a16="http://schemas.microsoft.com/office/drawing/2010/main" id="{251C8727-5037-45F1-99FE-80363A95058C}"/>
              </a:ext>
            </a:extLst>
          </p:cNvPr>
          <p:cNvSpPr txBox="1"/>
          <p:nvPr/>
        </p:nvSpPr>
        <p:spPr>
          <a:xfrm rot="0">
            <a:off x="736675" y="2084925"/>
            <a:ext cx="3678000" cy="564000"/>
          </a:xfrm>
          <a:prstGeom prst="rect">
            <a:avLst/>
          </a:prstGeom>
          <a:noFill/>
          <a:ln>
            <a:noFill/>
          </a:ln>
        </p:spPr>
        <p:txBody>
          <a:bodyPr anchor="t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b="1" dirty="0" lang="en-US" sz="2400">
                <a:latin typeface="Twentieth Century"/>
              </a:rPr>
              <a:t>Naive Bayes’ Classifier: </a:t>
            </a:r>
            <a:endParaRPr b="1" dirty="0" lang="en-US" sz="2400">
              <a:latin typeface="Twentieth Century"/>
            </a:endParaRPr>
          </a:p>
        </p:txBody>
      </p:sp>
      <p:pic>
        <p:nvPicPr>
          <p:cNvPr id="7" name="Google Shape;239;p29">
            <a:extLst>
              <a:ext uri="{94DE64FC-63B0-4CAF-8B4B-C628C9C485BF}">
                <a16:creationId xmlns:a16="http://schemas.microsoft.com/office/drawing/2010/main" id="{D4E8BE66-DBC2-4704-AE8C-50CA5B508CAA}"/>
              </a:ext>
            </a:extLst>
          </p:cNvPr>
          <p:cNvPicPr/>
          <p:nvPr/>
        </p:nvPicPr>
        <p:blipFill>
          <a:blip r:embed="rId3"/>
          <a:srcRect b="41861" l="8460" r="21388" t="14825"/>
          <a:stretch>
            <a:fillRect/>
          </a:stretch>
        </p:blipFill>
        <p:spPr>
          <a:xfrm rot="0">
            <a:off x="4218613" y="4108074"/>
            <a:ext cx="7332078" cy="16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40;p29">
            <a:extLst>
              <a:ext uri="{D31EF690-2BCF-4066-A2C6-A3FA607C98B2}">
                <a16:creationId xmlns:a16="http://schemas.microsoft.com/office/drawing/2010/main" id="{1486745F-2569-4646-8FDE-6CEDB22D01CD}"/>
              </a:ext>
            </a:extLst>
          </p:cNvPr>
          <p:cNvSpPr txBox="1"/>
          <p:nvPr/>
        </p:nvSpPr>
        <p:spPr>
          <a:xfrm rot="0">
            <a:off x="736675" y="4108074"/>
            <a:ext cx="4807200" cy="564000"/>
          </a:xfrm>
          <a:prstGeom prst="rect">
            <a:avLst/>
          </a:prstGeom>
          <a:noFill/>
          <a:ln>
            <a:noFill/>
          </a:ln>
        </p:spPr>
        <p:txBody>
          <a:bodyPr anchor="t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b="1" dirty="0" lang="en-US" sz="2400">
                <a:latin typeface="Twentieth Century"/>
              </a:rPr>
              <a:t>Bernouille’s </a:t>
            </a:r>
            <a:r>
              <a:rPr b="1" dirty="0" lang="en-US" sz="2400">
                <a:latin typeface="Twentieth Century"/>
              </a:rPr>
              <a:t>Naive Bayes’ Classifier:</a:t>
            </a:r>
            <a:endParaRPr b="1" dirty="0" lang="en-US" sz="2400">
              <a:latin typeface="Twentieth Century"/>
            </a:endParaRPr>
          </a:p>
        </p:txBody>
      </p:sp>
    </p:spTree>
    <p:extLst>
      <p:ext uri="{B23718FA-5842-4026-8209-AC9F1F1A91CA}">
        <p14:creationId xmlns:p14="http://schemas.microsoft.com/office/powerpoint/2010/main" val="1769061144820"/>
      </p:ext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6;p30">
            <a:extLst>
              <a:ext uri="{C7E5FC49-5ECB-46A0-B12D-F4DB69247D9E}">
                <a16:creationId xmlns:a16="http://schemas.microsoft.com/office/drawing/2010/main" id="{BFB83D07-6D0C-4C7E-8722-6BE7B339FAD0}"/>
              </a:ext>
            </a:extLst>
          </p:cNvPr>
          <p:cNvSpPr/>
          <p:nvPr>
            <p:ph type="title"/>
          </p:nvPr>
        </p:nvSpPr>
        <p:spPr>
          <a:xfrm rot="0">
            <a:off x="1024125" y="585224"/>
            <a:ext cx="10256699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RESULTS OBTAINED - F1 Score</a:t>
            </a:r>
            <a:endParaRPr dirty="0" lang="en-US"/>
          </a:p>
        </p:txBody>
      </p:sp>
      <p:sp>
        <p:nvSpPr>
          <p:cNvPr id="3" name="Google Shape;247;p30">
            <a:extLst>
              <a:ext uri="{D4BFE712-90A2-4460-89F5-435F80BBA1A7}">
                <a16:creationId xmlns:a16="http://schemas.microsoft.com/office/drawing/2010/main" id="{05C486E4-C174-4E57-A4F4-DAA5FBB7506C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4" name="Google Shape;248;p30">
            <a:extLst>
              <a:ext uri="{361C8A45-41D8-4346-A952-0DAA620AEC51}">
                <a16:creationId xmlns:a16="http://schemas.microsoft.com/office/drawing/2010/main" id="{DD1F253D-73D5-4EDA-8234-C5CD9A2545DE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F46F309D-E4AC-4CA1-9F89-D85DC3457536}" type="slidenum"/>
            <a:endParaRPr dirty="0" lang="en-US" sz="1800"/>
          </a:p>
        </p:txBody>
      </p:sp>
      <p:pic>
        <p:nvPicPr>
          <p:cNvPr id="5" name="Google Shape;249;p30">
            <a:extLst>
              <a:ext uri="{9DD1AF87-E839-43E4-A9F5-99D2E65317FB}">
                <a16:creationId xmlns:a16="http://schemas.microsoft.com/office/drawing/2010/main" id="{BF78DC5E-0927-4FF4-A336-CD155FA851A2}"/>
              </a:ext>
            </a:extLst>
          </p:cNvPr>
          <p:cNvPicPr/>
          <p:nvPr/>
        </p:nvPicPr>
        <p:blipFill>
          <a:blip r:embed="rId2"/>
          <a:srcRect b="39979" l="7287" r="23311" t="17013"/>
          <a:stretch>
            <a:fillRect/>
          </a:stretch>
        </p:blipFill>
        <p:spPr>
          <a:xfrm rot="0">
            <a:off x="4209250" y="2084925"/>
            <a:ext cx="7350801" cy="16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50;p30">
            <a:extLst>
              <a:ext uri="{85A5862E-7F82-420C-AF02-8A9012CBF0C0}">
                <a16:creationId xmlns:a16="http://schemas.microsoft.com/office/drawing/2010/main" id="{15889015-E670-4C7B-B7D6-E0FDFE4812B2}"/>
              </a:ext>
            </a:extLst>
          </p:cNvPr>
          <p:cNvSpPr txBox="1"/>
          <p:nvPr/>
        </p:nvSpPr>
        <p:spPr>
          <a:xfrm rot="0">
            <a:off x="736675" y="2084925"/>
            <a:ext cx="4807200" cy="564000"/>
          </a:xfrm>
          <a:prstGeom prst="rect">
            <a:avLst/>
          </a:prstGeom>
          <a:noFill/>
          <a:ln>
            <a:noFill/>
          </a:ln>
        </p:spPr>
        <p:txBody>
          <a:bodyPr anchor="t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b="1" dirty="0" err="1" lang="en-US" sz="2400">
                <a:latin typeface="Twentieth Century"/>
              </a:rPr>
              <a:t>Multinomial</a:t>
            </a:r>
            <a:r>
              <a:rPr b="1" dirty="0" lang="en-US" sz="2400">
                <a:latin typeface="Twentieth Century"/>
              </a:rPr>
              <a:t> </a:t>
            </a:r>
            <a:r>
              <a:rPr b="1" dirty="0" lang="en-US" sz="2400">
                <a:latin typeface="Twentieth Century"/>
              </a:rPr>
              <a:t>Naive Bayes’ Classifier: </a:t>
            </a:r>
            <a:endParaRPr b="1" dirty="0" lang="en-US" sz="2400">
              <a:latin typeface="Twentieth Century"/>
            </a:endParaRPr>
          </a:p>
        </p:txBody>
      </p:sp>
      <p:pic>
        <p:nvPicPr>
          <p:cNvPr id="7" name="Google Shape;251;p30">
            <a:extLst>
              <a:ext uri="{AE9DBA71-86C1-4355-BF0B-86A599D79C9D}">
                <a16:creationId xmlns:a16="http://schemas.microsoft.com/office/drawing/2010/main" id="{53C00FC9-499A-415A-B4E8-AA57149E5813}"/>
              </a:ext>
            </a:extLst>
          </p:cNvPr>
          <p:cNvPicPr/>
          <p:nvPr/>
        </p:nvPicPr>
        <p:blipFill>
          <a:blip r:embed="rId3"/>
          <a:srcRect b="46268" l="6873" r="25076" t="19573"/>
          <a:stretch>
            <a:fillRect/>
          </a:stretch>
        </p:blipFill>
        <p:spPr>
          <a:xfrm rot="0">
            <a:off x="4378150" y="4313425"/>
            <a:ext cx="7181900" cy="134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52;p30">
            <a:extLst>
              <a:ext uri="{50BA3426-2252-4EE9-ADC4-42E270F24B11}">
                <a16:creationId xmlns:a16="http://schemas.microsoft.com/office/drawing/2010/main" id="{08E5AFCE-F420-4CD9-B1ED-5637B23BFD4D}"/>
              </a:ext>
            </a:extLst>
          </p:cNvPr>
          <p:cNvSpPr txBox="1"/>
          <p:nvPr/>
        </p:nvSpPr>
        <p:spPr>
          <a:xfrm rot="0">
            <a:off x="736675" y="4108074"/>
            <a:ext cx="4807200" cy="564000"/>
          </a:xfrm>
          <a:prstGeom prst="rect">
            <a:avLst/>
          </a:prstGeom>
          <a:noFill/>
          <a:ln>
            <a:noFill/>
          </a:ln>
        </p:spPr>
        <p:txBody>
          <a:bodyPr anchor="t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b="1" dirty="0" lang="en-US" sz="2400">
                <a:latin typeface="Twentieth Century"/>
              </a:rPr>
              <a:t>Logistic Regression Classifier:</a:t>
            </a:r>
            <a:endParaRPr b="1" dirty="0" lang="en-US" sz="2400">
              <a:latin typeface="Twentieth Century"/>
            </a:endParaRPr>
          </a:p>
        </p:txBody>
      </p:sp>
    </p:spTree>
    <p:extLst>
      <p:ext uri="{824950CB-25F3-46C4-A8CE-266DC474BCF2}">
        <p14:creationId xmlns:p14="http://schemas.microsoft.com/office/powerpoint/2010/main" val="1769061144823"/>
      </p:ext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8;p31">
            <a:extLst>
              <a:ext uri="{C507C0D2-D1EF-4A76-B17A-1118A2B608D2}">
                <a16:creationId xmlns:a16="http://schemas.microsoft.com/office/drawing/2010/main" id="{444D98CB-12D8-49E0-8FEE-17404BD15395}"/>
              </a:ext>
            </a:extLst>
          </p:cNvPr>
          <p:cNvSpPr/>
          <p:nvPr>
            <p:ph type="title"/>
          </p:nvPr>
        </p:nvSpPr>
        <p:spPr>
          <a:xfrm rot="0">
            <a:off x="1024125" y="585224"/>
            <a:ext cx="10256699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RESULTS OBTAINED - F1 Score</a:t>
            </a:r>
            <a:endParaRPr dirty="0" lang="en-US"/>
          </a:p>
        </p:txBody>
      </p:sp>
      <p:sp>
        <p:nvSpPr>
          <p:cNvPr id="3" name="Google Shape;259;p31">
            <a:extLst>
              <a:ext uri="{BF7BFF38-5160-4B7E-9508-75AD4A58443D}">
                <a16:creationId xmlns:a16="http://schemas.microsoft.com/office/drawing/2010/main" id="{E9948D94-0377-4C65-8022-2900AB57982D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4" name="Google Shape;260;p31">
            <a:extLst>
              <a:ext uri="{CEF47052-F7FB-40AA-8F44-416C99F252EA}">
                <a16:creationId xmlns:a16="http://schemas.microsoft.com/office/drawing/2010/main" id="{FC7CD870-7B1B-49EB-B707-7CC3D0464CEC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853CCD98-4041-40D7-8F9E-A607B8953427}" type="slidenum"/>
            <a:endParaRPr dirty="0" lang="en-US" sz="1800"/>
          </a:p>
        </p:txBody>
      </p:sp>
      <p:pic>
        <p:nvPicPr>
          <p:cNvPr id="5" name="Google Shape;261;p31">
            <a:extLst>
              <a:ext uri="{0B5EE9AB-6891-4F15-9B48-76EE22CBA57C}">
                <a16:creationId xmlns:a16="http://schemas.microsoft.com/office/drawing/2010/main" id="{FAB85E7F-1180-4DFE-BF5F-590948104C1A}"/>
              </a:ext>
            </a:extLst>
          </p:cNvPr>
          <p:cNvPicPr/>
          <p:nvPr/>
        </p:nvPicPr>
        <p:blipFill>
          <a:blip r:embed="rId2"/>
          <a:srcRect b="39950" l="7443" r="21735" t="16714"/>
          <a:stretch>
            <a:fillRect/>
          </a:stretch>
        </p:blipFill>
        <p:spPr>
          <a:xfrm rot="0">
            <a:off x="4426937" y="2084925"/>
            <a:ext cx="7064479" cy="1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62;p31">
            <a:extLst>
              <a:ext uri="{27A04BFE-344B-4353-9A7F-D507537B14B2}">
                <a16:creationId xmlns:a16="http://schemas.microsoft.com/office/drawing/2010/main" id="{CF284F12-659B-4792-8D6B-050BD9F3A0F1}"/>
              </a:ext>
            </a:extLst>
          </p:cNvPr>
          <p:cNvSpPr txBox="1"/>
          <p:nvPr/>
        </p:nvSpPr>
        <p:spPr>
          <a:xfrm rot="0">
            <a:off x="736675" y="2084925"/>
            <a:ext cx="5012400" cy="564000"/>
          </a:xfrm>
          <a:prstGeom prst="rect">
            <a:avLst/>
          </a:prstGeom>
          <a:noFill/>
          <a:ln>
            <a:noFill/>
          </a:ln>
        </p:spPr>
        <p:txBody>
          <a:bodyPr anchor="t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b="1" dirty="0" lang="en-US" sz="2400">
                <a:latin typeface="Twentieth Century"/>
              </a:rPr>
              <a:t>Stochastic Gradient Descent</a:t>
            </a:r>
            <a:r>
              <a:rPr b="1" dirty="0" lang="en-US" sz="2400">
                <a:latin typeface="Twentieth Century"/>
              </a:rPr>
              <a:t> Classifier: </a:t>
            </a:r>
            <a:endParaRPr b="1" dirty="0" lang="en-US" sz="2400">
              <a:latin typeface="Twentieth Century"/>
            </a:endParaRPr>
          </a:p>
        </p:txBody>
      </p:sp>
      <p:pic>
        <p:nvPicPr>
          <p:cNvPr id="7" name="Google Shape;263;p31">
            <a:extLst>
              <a:ext uri="{3D36BC23-4420-4077-A2BD-7C2F437826AD}">
                <a16:creationId xmlns:a16="http://schemas.microsoft.com/office/drawing/2010/main" id="{631450E4-7121-4B0E-96B3-681928051C5D}"/>
              </a:ext>
            </a:extLst>
          </p:cNvPr>
          <p:cNvPicPr/>
          <p:nvPr/>
        </p:nvPicPr>
        <p:blipFill>
          <a:blip r:embed="rId3"/>
          <a:srcRect b="41775" l="8518" r="21018" t="18513"/>
          <a:stretch>
            <a:fillRect/>
          </a:stretch>
        </p:blipFill>
        <p:spPr>
          <a:xfrm rot="0">
            <a:off x="4458600" y="4215500"/>
            <a:ext cx="7001150" cy="14212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64;p31">
            <a:extLst>
              <a:ext uri="{16E16337-479F-4366-9D0C-8D4300A8DAEE}">
                <a16:creationId xmlns:a16="http://schemas.microsoft.com/office/drawing/2010/main" id="{54E624B0-F706-478D-A3A8-CCB4AE311121}"/>
              </a:ext>
            </a:extLst>
          </p:cNvPr>
          <p:cNvSpPr txBox="1"/>
          <p:nvPr/>
        </p:nvSpPr>
        <p:spPr>
          <a:xfrm rot="0">
            <a:off x="736675" y="4108074"/>
            <a:ext cx="4807200" cy="564000"/>
          </a:xfrm>
          <a:prstGeom prst="rect">
            <a:avLst/>
          </a:prstGeom>
          <a:noFill/>
          <a:ln>
            <a:noFill/>
          </a:ln>
        </p:spPr>
        <p:txBody>
          <a:bodyPr anchor="t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b="1" dirty="0" lang="en-US" sz="2400">
                <a:latin typeface="Twentieth Century"/>
              </a:rPr>
              <a:t>Support Vector Machines Classifier:</a:t>
            </a:r>
            <a:endParaRPr b="1" dirty="0" lang="en-US" sz="2400">
              <a:latin typeface="Twentieth Century"/>
            </a:endParaRPr>
          </a:p>
        </p:txBody>
      </p:sp>
    </p:spTree>
    <p:extLst>
      <p:ext uri="{D2234710-3E5E-4B71-8E7C-D8A1512F5F8D}">
        <p14:creationId xmlns:p14="http://schemas.microsoft.com/office/powerpoint/2010/main" val="1769061144826"/>
      </p:ext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0;p32">
            <a:extLst>
              <a:ext uri="{6E6CA84B-7434-4E9B-812F-D8321ABBF74E}">
                <a16:creationId xmlns:a16="http://schemas.microsoft.com/office/drawing/2010/main" id="{78A643A0-A548-405E-9068-8A409A7F07C4}"/>
              </a:ext>
            </a:extLst>
          </p:cNvPr>
          <p:cNvSpPr/>
          <p:nvPr>
            <p:ph type="title"/>
          </p:nvPr>
        </p:nvSpPr>
        <p:spPr>
          <a:xfrm rot="0">
            <a:off x="1024125" y="585224"/>
            <a:ext cx="10256699" cy="14997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RESULTS OBTAINED - F1 Score</a:t>
            </a:r>
            <a:endParaRPr dirty="0" lang="en-US"/>
          </a:p>
        </p:txBody>
      </p:sp>
      <p:sp>
        <p:nvSpPr>
          <p:cNvPr id="3" name="Google Shape;271;p32">
            <a:extLst>
              <a:ext uri="{A9723870-066D-46A7-AA5A-416453E8D904}">
                <a16:creationId xmlns:a16="http://schemas.microsoft.com/office/drawing/2010/main" id="{8B5DE097-C211-44A5-A983-6F21B48CFFBE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4" name="Google Shape;272;p32">
            <a:extLst>
              <a:ext uri="{21E6C784-3D5C-46DA-86FE-6ADB8A0D0F97}">
                <a16:creationId xmlns:a16="http://schemas.microsoft.com/office/drawing/2010/main" id="{9BA976B2-49C0-4AFE-B061-8DF9D3004590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89ECA08C-5318-4F73-B353-8B24BD9C1499}" type="slidenum"/>
            <a:endParaRPr dirty="0" lang="en-US" sz="1800"/>
          </a:p>
        </p:txBody>
      </p:sp>
      <p:pic>
        <p:nvPicPr>
          <p:cNvPr id="5" name="Google Shape;273;p32">
            <a:extLst>
              <a:ext uri="{0FC248E2-A7BB-4DF2-88B9-7CAB3F792277}">
                <a16:creationId xmlns:a16="http://schemas.microsoft.com/office/drawing/2010/main" id="{08B89DEA-E039-4374-A8FD-844D0BF13E46}"/>
              </a:ext>
            </a:extLst>
          </p:cNvPr>
          <p:cNvPicPr/>
          <p:nvPr/>
        </p:nvPicPr>
        <p:blipFill>
          <a:blip r:embed="rId2"/>
          <a:srcRect b="43332" l="8622" r="27929" t="16060"/>
          <a:stretch>
            <a:fillRect/>
          </a:stretch>
        </p:blipFill>
        <p:spPr>
          <a:xfrm rot="0">
            <a:off x="4302030" y="2156574"/>
            <a:ext cx="7258030" cy="15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74;p32">
            <a:extLst>
              <a:ext uri="{263F72DD-150B-42EF-96B1-A9E53BA348FD}">
                <a16:creationId xmlns:a16="http://schemas.microsoft.com/office/drawing/2010/main" id="{2C868621-D01A-4D8F-A13B-D745CFCBD041}"/>
              </a:ext>
            </a:extLst>
          </p:cNvPr>
          <p:cNvSpPr txBox="1"/>
          <p:nvPr/>
        </p:nvSpPr>
        <p:spPr>
          <a:xfrm rot="0">
            <a:off x="736675" y="2084925"/>
            <a:ext cx="3965399" cy="564000"/>
          </a:xfrm>
          <a:prstGeom prst="rect">
            <a:avLst/>
          </a:prstGeom>
          <a:noFill/>
          <a:ln>
            <a:noFill/>
          </a:ln>
        </p:spPr>
        <p:txBody>
          <a:bodyPr anchor="t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b="1" dirty="0" lang="en-US" sz="2400">
                <a:latin typeface="Twentieth Century"/>
              </a:rPr>
              <a:t>Maximum Entropy </a:t>
            </a:r>
            <a:r>
              <a:rPr b="1" dirty="0" err="1" lang="en-US" sz="2400">
                <a:latin typeface="Twentieth Century"/>
              </a:rPr>
              <a:t>Classifer</a:t>
            </a:r>
            <a:r>
              <a:rPr b="1" dirty="0" lang="en-US" sz="2400">
                <a:latin typeface="Twentieth Century"/>
              </a:rPr>
              <a:t>:</a:t>
            </a:r>
            <a:endParaRPr b="1" dirty="0" lang="en-US" sz="2400">
              <a:latin typeface="Twentieth Century"/>
            </a:endParaRPr>
          </a:p>
        </p:txBody>
      </p:sp>
      <p:pic>
        <p:nvPicPr>
          <p:cNvPr id="7" name="Google Shape;275;p32">
            <a:extLst>
              <a:ext uri="{3E7B4585-633F-44CB-831F-57B0F094A2A7}">
                <a16:creationId xmlns:a16="http://schemas.microsoft.com/office/drawing/2010/main" id="{CEB78D54-56C3-4786-A48B-AA87D4174A73}"/>
              </a:ext>
            </a:extLst>
          </p:cNvPr>
          <p:cNvPicPr/>
          <p:nvPr/>
        </p:nvPicPr>
        <p:blipFill>
          <a:blip r:embed="rId3"/>
          <a:srcRect b="39428" l="6588" r="21721" t="18098"/>
          <a:stretch>
            <a:fillRect/>
          </a:stretch>
        </p:blipFill>
        <p:spPr>
          <a:xfrm rot="0">
            <a:off x="4255637" y="4179699"/>
            <a:ext cx="7350801" cy="154850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76;p32">
            <a:extLst>
              <a:ext uri="{CF283D8C-F65D-45E2-8468-DCE2D3E5BDE7}">
                <a16:creationId xmlns:a16="http://schemas.microsoft.com/office/drawing/2010/main" id="{2F4605DA-E802-4A84-B01C-C5826DE9446B}"/>
              </a:ext>
            </a:extLst>
          </p:cNvPr>
          <p:cNvSpPr txBox="1"/>
          <p:nvPr/>
        </p:nvSpPr>
        <p:spPr>
          <a:xfrm rot="0">
            <a:off x="736675" y="4108074"/>
            <a:ext cx="4807200" cy="564000"/>
          </a:xfrm>
          <a:prstGeom prst="rect">
            <a:avLst/>
          </a:prstGeom>
          <a:noFill/>
          <a:ln>
            <a:noFill/>
          </a:ln>
        </p:spPr>
        <p:txBody>
          <a:bodyPr anchor="t" bIns="91425" lIns="91425" rIns="91425" rtlCol="0" spcFirstLastPara="true" tIns="91425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b="1" dirty="0" lang="en-US" sz="2400">
                <a:latin typeface="Twentieth Century"/>
              </a:rPr>
              <a:t>Hybrid Model:</a:t>
            </a:r>
            <a:endParaRPr b="1" dirty="0" lang="en-US" sz="2400">
              <a:latin typeface="Twentieth Century"/>
            </a:endParaRPr>
          </a:p>
        </p:txBody>
      </p:sp>
    </p:spTree>
    <p:extLst>
      <p:ext uri="{452E0E54-35B3-49C8-B217-473FDA3ACF2D}">
        <p14:creationId xmlns:p14="http://schemas.microsoft.com/office/powerpoint/2010/main" val="1769061144828"/>
      </p:ext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2;p33">
            <a:extLst>
              <a:ext uri="{AC67E314-16EC-4AEE-BD56-7AC79B9A33C0}">
                <a16:creationId xmlns:a16="http://schemas.microsoft.com/office/drawing/2010/main" id="{4065E1C5-3ECD-49DC-9178-2A93A4EFD22B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OUR TOP THREE LEARNING IN THIS PROJECT  </a:t>
            </a:r>
            <a:endParaRPr dirty="0" lang="en-US"/>
          </a:p>
        </p:txBody>
      </p:sp>
      <p:sp>
        <p:nvSpPr>
          <p:cNvPr id="3" name="Google Shape;283;p33">
            <a:extLst>
              <a:ext uri="{C33F522D-95AC-4E29-837D-9894A6909158}">
                <a16:creationId xmlns:a16="http://schemas.microsoft.com/office/drawing/2010/main" id="{909F1DBE-E4BB-473C-BB50-BA73D681CE39}"/>
              </a:ext>
            </a:extLst>
          </p:cNvPr>
          <p:cNvSpPr/>
          <p:nvPr>
            <p:ph idx="1" type="body"/>
          </p:nvPr>
        </p:nvSpPr>
        <p:spPr>
          <a:xfrm rot="0"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/>
          <a:p>
            <a:pPr algn="just" indent="-469900" lvl="0" marL="45720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AutoNum type="arabicPeriod"/>
              <a:buSzPct val="100000"/>
              <a:buFont typeface="Twentieth Century"/>
            </a:pPr>
            <a:r>
              <a:rPr dirty="0" lang="en-US" sz="2400"/>
              <a:t>We were able to get familiar with the usage and implementation of different classifiers. </a:t>
            </a:r>
          </a:p>
          <a:p>
            <a:pPr algn="just" indent="-317499" lvl="0" marL="45720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-469900" lvl="0" marL="45720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AutoNum type="arabicPeriod"/>
              <a:buSzPct val="100000"/>
              <a:buFont typeface="Twentieth Century"/>
            </a:pPr>
            <a:r>
              <a:rPr dirty="0" lang="en-US" sz="2400"/>
              <a:t>Understanding which classifiers work when used on a certain type of data. Learning the advantages and drawbacks of the used classification models.</a:t>
            </a:r>
          </a:p>
          <a:p>
            <a:pPr algn="just" indent="0" lvl="0" marL="9144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-469900" lvl="0" marL="45720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AutoNum type="arabicPeriod"/>
              <a:buSzPct val="100000"/>
              <a:buFont typeface="Twentieth Century"/>
            </a:pPr>
            <a:r>
              <a:rPr dirty="0" lang="en-US" sz="2400"/>
              <a:t>Getting the opportunity to create an ensemble model to give us optimal results.</a:t>
            </a:r>
            <a:endParaRPr dirty="0" lang="en-US" sz="2400"/>
          </a:p>
        </p:txBody>
      </p:sp>
      <p:sp>
        <p:nvSpPr>
          <p:cNvPr id="4" name="Google Shape;284;p33">
            <a:extLst>
              <a:ext uri="{832A28C7-C192-4AE3-80FD-9CA364FA32BC}">
                <a16:creationId xmlns:a16="http://schemas.microsoft.com/office/drawing/2010/main" id="{7F155D93-8BE8-467B-8C57-1E8DFE357159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5" name="Google Shape;285;p33">
            <a:extLst>
              <a:ext uri="{27766746-028F-4B91-B848-17997E4383B8}">
                <a16:creationId xmlns:a16="http://schemas.microsoft.com/office/drawing/2010/main" id="{F50F4D33-D6F5-4E58-9BCC-A2FD76E603C2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88312A4B-4403-4887-9A0E-48A342049D96}" type="slidenum"/>
            <a:endParaRPr dirty="0" lang="en-US" sz="1800"/>
          </a:p>
        </p:txBody>
      </p:sp>
    </p:spTree>
    <p:extLst>
      <p:ext uri="{96DD0521-3E2B-474D-B686-72FAAA8E88B7}">
        <p14:creationId xmlns:p14="http://schemas.microsoft.com/office/powerpoint/2010/main" val="1769061144831"/>
      </p:ext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0;p34">
            <a:extLst>
              <a:ext uri="{CD06A03E-C380-4224-AFF1-977E20E17849}">
                <a16:creationId xmlns:a16="http://schemas.microsoft.com/office/drawing/2010/main" id="{503BD5DC-871F-4E6F-81DE-3AF552D5C669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TOP CHALLENGES UNRESOLVED SO FAR </a:t>
            </a:r>
            <a:endParaRPr dirty="0" lang="en-US"/>
          </a:p>
        </p:txBody>
      </p:sp>
      <p:sp>
        <p:nvSpPr>
          <p:cNvPr id="3" name="Google Shape;291;p34">
            <a:extLst>
              <a:ext uri="{6030C0AA-87FE-4A07-AEDE-4D75642CDEB5}">
                <a16:creationId xmlns:a16="http://schemas.microsoft.com/office/drawing/2010/main" id="{D0037A9D-90A5-4C73-86B5-F0777F8455B3}"/>
              </a:ext>
            </a:extLst>
          </p:cNvPr>
          <p:cNvSpPr/>
          <p:nvPr>
            <p:ph idx="1" type="body"/>
          </p:nvPr>
        </p:nvSpPr>
        <p:spPr>
          <a:xfrm rot="0"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/>
          <a:p>
            <a:pPr algn="just" indent="-488950" lvl="0" marL="51435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AutoNum type="arabicPeriod"/>
              <a:buSzPct val="100000"/>
              <a:buFont typeface="Twentieth Century"/>
            </a:pPr>
            <a:r>
              <a:rPr dirty="0" lang="en-US" sz="2400"/>
              <a:t>Accuracy for the testing of the models was around 60%, even after several efforts to increase it.</a:t>
            </a:r>
            <a:r>
              <a:rPr dirty="0" lang="en-US" sz="2400"/>
              <a:t> </a:t>
            </a:r>
          </a:p>
          <a:p>
            <a:pPr algn="just" indent="-336549" lvl="0" marL="51435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-488950" lvl="0" marL="51435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AutoNum type="arabicPeriod"/>
              <a:buSzPct val="100000"/>
              <a:buFont typeface="Twentieth Century"/>
            </a:pPr>
            <a:r>
              <a:rPr dirty="0" lang="en-US" sz="2400"/>
              <a:t>Two separate modules, instead of one, used for translation.</a:t>
            </a:r>
          </a:p>
          <a:p>
            <a:pPr algn="just" indent="-336549" lvl="0" marL="51435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-488950" lvl="0" marL="51435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AutoNum type="arabicPeriod"/>
              <a:buSzPct val="100000"/>
              <a:buFont typeface="Twentieth Century"/>
            </a:pPr>
            <a:r>
              <a:rPr dirty="0" lang="en-US" sz="2400"/>
              <a:t>Dataset used for training could be a better one.</a:t>
            </a:r>
          </a:p>
          <a:p>
            <a:pPr algn="just" indent="-336549" lvl="0" marL="51435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800"/>
              <a:t/>
            </a:r>
          </a:p>
          <a:p>
            <a:pPr algn="just" indent="0" lvl="0" marL="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800"/>
              <a:t/>
            </a:r>
          </a:p>
          <a:p>
            <a:pPr algn="just" indent="-336549" lvl="0" marL="51435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800"/>
              <a:t/>
            </a:r>
            <a:endParaRPr dirty="0" lang="en-US" sz="2800"/>
          </a:p>
        </p:txBody>
      </p:sp>
      <p:sp>
        <p:nvSpPr>
          <p:cNvPr id="4" name="Google Shape;292;p34">
            <a:extLst>
              <a:ext uri="{AEDAA9D1-7B27-4075-9744-2003C74BD466}">
                <a16:creationId xmlns:a16="http://schemas.microsoft.com/office/drawing/2010/main" id="{80134BFE-6FD5-46DF-98B7-73804200C997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5" name="Google Shape;293;p34">
            <a:extLst>
              <a:ext uri="{7266873C-F9BF-4572-8548-0456246397CE}">
                <a16:creationId xmlns:a16="http://schemas.microsoft.com/office/drawing/2010/main" id="{A17F2759-0F5E-4EDB-9509-CBC119160AF2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CF9CD26F-F9BF-4D9A-B9B4-12A204106606}" type="slidenum"/>
            <a:endParaRPr dirty="0" lang="en-US" sz="1800"/>
          </a:p>
        </p:txBody>
      </p:sp>
    </p:spTree>
    <p:extLst>
      <p:ext uri="{2DC815F3-C93C-417D-8BDE-E863EA84CD87}">
        <p14:creationId xmlns:p14="http://schemas.microsoft.com/office/powerpoint/2010/main" val="1769061144834"/>
      </p:ext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8;p35">
            <a:extLst>
              <a:ext uri="{CC0E7CFF-9CBE-491D-AC6A-7DF41C46F75D}">
                <a16:creationId xmlns:a16="http://schemas.microsoft.com/office/drawing/2010/main" id="{82FE02A7-8283-4662-9D1E-BB2FA1FA23F4}"/>
              </a:ext>
            </a:extLst>
          </p:cNvPr>
          <p:cNvSpPr/>
          <p:nvPr>
            <p:ph type="title"/>
          </p:nvPr>
        </p:nvSpPr>
        <p:spPr>
          <a:xfrm rot="0"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OUR GOING FORWARD PLAN (IF ANY) </a:t>
            </a:r>
            <a:endParaRPr dirty="0" lang="en-US"/>
          </a:p>
        </p:txBody>
      </p:sp>
      <p:sp>
        <p:nvSpPr>
          <p:cNvPr id="3" name="Google Shape;299;p35">
            <a:extLst>
              <a:ext uri="{967ADC4A-E22F-47ED-9E99-73EF0318C7E8}">
                <a16:creationId xmlns:a16="http://schemas.microsoft.com/office/drawing/2010/main" id="{3CD2F166-F950-4C87-88C5-027BEA141D25}"/>
              </a:ext>
            </a:extLst>
          </p:cNvPr>
          <p:cNvSpPr/>
          <p:nvPr>
            <p:ph idx="1" type="body"/>
          </p:nvPr>
        </p:nvSpPr>
        <p:spPr>
          <a:xfrm rot="0">
            <a:off x="1024128" y="2286000"/>
            <a:ext cx="9720000" cy="4023299"/>
          </a:xfrm>
          <a:prstGeom prst="rect">
            <a:avLst/>
          </a:prstGeom>
          <a:noFill/>
          <a:ln>
            <a:noFill/>
          </a:ln>
        </p:spPr>
        <p:txBody>
          <a:bodyPr anchor="t" bIns="45700" lIns="45700" rIns="45700" rtlCol="0" spcFirstLastPara="true" tIns="45700" wrap="square">
            <a:noAutofit/>
          </a:bodyPr>
          <a:lstStyle/>
          <a:p>
            <a:pPr algn="just" indent="-431800" lvl="0" marL="457200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AutoNum type="arabicPeriod"/>
              <a:buSzPct val="100000"/>
              <a:buFont typeface="Twentieth Century"/>
            </a:pPr>
            <a:r>
              <a:rPr dirty="0" lang="en-US" sz="2400"/>
              <a:t>Find a better dataset to work with.</a:t>
            </a:r>
            <a:r>
              <a:rPr dirty="0" lang="en-US" sz="2400"/>
              <a:t> </a:t>
            </a:r>
          </a:p>
          <a:p>
            <a:pPr algn="just" indent="-279399" lvl="0" marL="45720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-431800" lvl="0" marL="45720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AutoNum type="arabicPeriod"/>
              <a:buSzPct val="100000"/>
              <a:buFont typeface="Twentieth Century"/>
            </a:pPr>
            <a:r>
              <a:rPr dirty="0" lang="en-US" sz="2400"/>
              <a:t>Try more complex machine learning models for the classification of text.</a:t>
            </a:r>
          </a:p>
          <a:p>
            <a:pPr algn="just" indent="-279399" lvl="0" marL="45720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dirty="0" lang="en-US" sz="2400"/>
              <a:t/>
            </a:r>
          </a:p>
          <a:p>
            <a:pPr algn="just" indent="-431800" lvl="0" marL="457200" rtl="false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AutoNum type="arabicPeriod"/>
              <a:buSzPct val="100000"/>
              <a:buFont typeface="Twentieth Century"/>
            </a:pPr>
            <a:r>
              <a:rPr dirty="0" lang="en-US" sz="2400"/>
              <a:t>Use better translation techniques. </a:t>
            </a:r>
            <a:endParaRPr dirty="0" lang="en-US" sz="2400"/>
          </a:p>
        </p:txBody>
      </p:sp>
      <p:sp>
        <p:nvSpPr>
          <p:cNvPr id="4" name="Google Shape;300;p35">
            <a:extLst>
              <a:ext uri="{A548DB90-EC6C-49AB-9B54-372DFA726A10}">
                <a16:creationId xmlns:a16="http://schemas.microsoft.com/office/drawing/2010/main" id="{46DA41F0-B907-4F6B-8316-BD1010C6FF54}"/>
              </a:ext>
            </a:extLst>
          </p:cNvPr>
          <p:cNvSpPr/>
          <p:nvPr>
            <p:ph idx="11" sz="quarter" type="ftr"/>
          </p:nvPr>
        </p:nvSpPr>
        <p:spPr>
          <a:xfrm rot="0">
            <a:off x="4842931" y="6470704"/>
            <a:ext cx="5901458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r" indent="0" lvl="0" marL="0" rtl="false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z="1800"/>
              <a:t>UE17CS333-PROJECT_2020</a:t>
            </a:r>
            <a:endParaRPr dirty="0" lang="en-US" sz="1800"/>
          </a:p>
        </p:txBody>
      </p:sp>
      <p:sp>
        <p:nvSpPr>
          <p:cNvPr id="5" name="Google Shape;301;p35">
            <a:extLst>
              <a:ext uri="{915ECA9C-8393-4337-8500-8C39670598D7}">
                <a16:creationId xmlns:a16="http://schemas.microsoft.com/office/drawing/2010/main" id="{F8BB98C2-2C79-4E29-9CC1-7F5D2F9CE4C9}"/>
              </a:ext>
            </a:extLst>
          </p:cNvPr>
          <p:cNvSpPr/>
          <p:nvPr>
            <p:ph idx="12" sz="quarter" type="sldNum"/>
          </p:nvPr>
        </p:nvSpPr>
        <p:spPr>
          <a:xfrm rot="0"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="ctr" bIns="45700" lIns="91425" rIns="91425" rtlCol="0" spcFirstLastPara="true" tIns="45700" wrap="square">
            <a:noAutofit/>
          </a:bodyPr>
          <a:lstStyle/>
          <a:p>
            <a:pPr algn="l" indent="0" lvl="0" marL="0" rtl="false">
              <a:spcBef>
                <a:spcPts val="0"/>
              </a:spcBef>
              <a:spcAft>
                <a:spcPts val="0"/>
              </a:spcAft>
              <a:buNone/>
            </a:pPr>
            <a:fld id="{D60D2644-DB80-49EE-B745-9387B09EE571}" type="slidenum"/>
            <a:endParaRPr dirty="0" lang="en-US" sz="1800"/>
          </a:p>
        </p:txBody>
      </p:sp>
    </p:spTree>
    <p:extLst>
      <p:ext uri="{BDCDF2B4-8A2F-4298-89DB-59DC6599BC50}">
        <p14:creationId xmlns:p14="http://schemas.microsoft.com/office/powerpoint/2010/main" val="1769061144836"/>
      </p:ext>
    </p:extLst>
  </p:cSld>
  <p:clrMapOvr>
    <a:masterClrMapping/>
  </p:clrMapOvr>
</p:sld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cap="flat" w="9525">
          <a:solidFill>
            <a:schemeClr val="phClr">
              <a:shade val="95000"/>
              <a:satMod val="104999"/>
            </a:schemeClr>
          </a:solidFill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cap="flat" w="9525">
          <a:solidFill>
            <a:schemeClr val="phClr">
              <a:shade val="95000"/>
              <a:satMod val="104999"/>
            </a:schemeClr>
          </a:solidFill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2026-01-22T11:14:47Z</dcterms:created>
  <dcterms:modified xsi:type="dcterms:W3CDTF">2026-01-22T11:22:04Z</dcterms:modified>
</cp:coreProperties>
</file>